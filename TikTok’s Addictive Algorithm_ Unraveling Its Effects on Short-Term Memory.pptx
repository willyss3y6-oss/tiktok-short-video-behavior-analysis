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69" r:id="rId3"/>
    <p:sldId id="271" r:id="rId4"/>
    <p:sldId id="270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024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6612" y="474662"/>
            <a:ext cx="6105525" cy="1533525"/>
          </a:xfrm>
          <a:custGeom>
            <a:avLst/>
            <a:gdLst/>
            <a:ahLst/>
            <a:cxnLst/>
            <a:rect l="l" t="t" r="r" b="b"/>
            <a:pathLst>
              <a:path w="6105525" h="1533525">
                <a:moveTo>
                  <a:pt x="0" y="14620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372" y="57500"/>
                </a:lnTo>
                <a:lnTo>
                  <a:pt x="2287" y="52900"/>
                </a:lnTo>
                <a:lnTo>
                  <a:pt x="3642" y="48433"/>
                </a:lnTo>
                <a:lnTo>
                  <a:pt x="5437" y="44099"/>
                </a:lnTo>
                <a:lnTo>
                  <a:pt x="7232" y="39765"/>
                </a:lnTo>
                <a:lnTo>
                  <a:pt x="9433" y="35649"/>
                </a:lnTo>
                <a:lnTo>
                  <a:pt x="12039" y="31748"/>
                </a:lnTo>
                <a:lnTo>
                  <a:pt x="14645" y="27848"/>
                </a:lnTo>
                <a:lnTo>
                  <a:pt x="17606" y="24240"/>
                </a:lnTo>
                <a:lnTo>
                  <a:pt x="20923" y="20923"/>
                </a:lnTo>
                <a:lnTo>
                  <a:pt x="24240" y="17606"/>
                </a:lnTo>
                <a:lnTo>
                  <a:pt x="44099" y="5437"/>
                </a:lnTo>
                <a:lnTo>
                  <a:pt x="48433" y="3642"/>
                </a:lnTo>
                <a:lnTo>
                  <a:pt x="52900" y="2287"/>
                </a:lnTo>
                <a:lnTo>
                  <a:pt x="57500" y="1372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6034087" y="0"/>
                </a:lnTo>
                <a:lnTo>
                  <a:pt x="6038777" y="0"/>
                </a:lnTo>
                <a:lnTo>
                  <a:pt x="6043422" y="457"/>
                </a:lnTo>
                <a:lnTo>
                  <a:pt x="6048023" y="1372"/>
                </a:lnTo>
                <a:lnTo>
                  <a:pt x="6052624" y="2287"/>
                </a:lnTo>
                <a:lnTo>
                  <a:pt x="6084601" y="20923"/>
                </a:lnTo>
                <a:lnTo>
                  <a:pt x="6087917" y="24240"/>
                </a:lnTo>
                <a:lnTo>
                  <a:pt x="6090879" y="27848"/>
                </a:lnTo>
                <a:lnTo>
                  <a:pt x="6093485" y="31748"/>
                </a:lnTo>
                <a:lnTo>
                  <a:pt x="6096091" y="35649"/>
                </a:lnTo>
                <a:lnTo>
                  <a:pt x="6098291" y="39765"/>
                </a:lnTo>
                <a:lnTo>
                  <a:pt x="6100086" y="44099"/>
                </a:lnTo>
                <a:lnTo>
                  <a:pt x="6101881" y="48433"/>
                </a:lnTo>
                <a:lnTo>
                  <a:pt x="6103236" y="52900"/>
                </a:lnTo>
                <a:lnTo>
                  <a:pt x="6104151" y="57500"/>
                </a:lnTo>
                <a:lnTo>
                  <a:pt x="6105067" y="62101"/>
                </a:lnTo>
                <a:lnTo>
                  <a:pt x="6105525" y="66746"/>
                </a:lnTo>
                <a:lnTo>
                  <a:pt x="6105525" y="71437"/>
                </a:lnTo>
                <a:lnTo>
                  <a:pt x="6105525" y="1462087"/>
                </a:lnTo>
                <a:lnTo>
                  <a:pt x="6105525" y="1466778"/>
                </a:lnTo>
                <a:lnTo>
                  <a:pt x="6105067" y="1471423"/>
                </a:lnTo>
                <a:lnTo>
                  <a:pt x="6104151" y="1476024"/>
                </a:lnTo>
                <a:lnTo>
                  <a:pt x="6103236" y="1480624"/>
                </a:lnTo>
                <a:lnTo>
                  <a:pt x="6101881" y="1485091"/>
                </a:lnTo>
                <a:lnTo>
                  <a:pt x="6100086" y="1489425"/>
                </a:lnTo>
                <a:lnTo>
                  <a:pt x="6098291" y="1493758"/>
                </a:lnTo>
                <a:lnTo>
                  <a:pt x="6096091" y="1497875"/>
                </a:lnTo>
                <a:lnTo>
                  <a:pt x="6093485" y="1501775"/>
                </a:lnTo>
                <a:lnTo>
                  <a:pt x="6090879" y="1505675"/>
                </a:lnTo>
                <a:lnTo>
                  <a:pt x="6087917" y="1509284"/>
                </a:lnTo>
                <a:lnTo>
                  <a:pt x="6084601" y="1512601"/>
                </a:lnTo>
                <a:lnTo>
                  <a:pt x="6081284" y="1515918"/>
                </a:lnTo>
                <a:lnTo>
                  <a:pt x="6077675" y="1518879"/>
                </a:lnTo>
                <a:lnTo>
                  <a:pt x="6073775" y="1521485"/>
                </a:lnTo>
                <a:lnTo>
                  <a:pt x="6069874" y="1524091"/>
                </a:lnTo>
                <a:lnTo>
                  <a:pt x="6048023" y="1532152"/>
                </a:lnTo>
                <a:lnTo>
                  <a:pt x="6043422" y="1533067"/>
                </a:lnTo>
                <a:lnTo>
                  <a:pt x="6038777" y="1533524"/>
                </a:lnTo>
                <a:lnTo>
                  <a:pt x="6034087" y="1533525"/>
                </a:lnTo>
                <a:lnTo>
                  <a:pt x="71437" y="1533525"/>
                </a:lnTo>
                <a:lnTo>
                  <a:pt x="66746" y="1533524"/>
                </a:lnTo>
                <a:lnTo>
                  <a:pt x="62101" y="1533067"/>
                </a:lnTo>
                <a:lnTo>
                  <a:pt x="57500" y="1532152"/>
                </a:lnTo>
                <a:lnTo>
                  <a:pt x="52900" y="1531237"/>
                </a:lnTo>
                <a:lnTo>
                  <a:pt x="48433" y="1529882"/>
                </a:lnTo>
                <a:lnTo>
                  <a:pt x="44099" y="1528086"/>
                </a:lnTo>
                <a:lnTo>
                  <a:pt x="39765" y="1526291"/>
                </a:lnTo>
                <a:lnTo>
                  <a:pt x="35649" y="1524091"/>
                </a:lnTo>
                <a:lnTo>
                  <a:pt x="31748" y="1521485"/>
                </a:lnTo>
                <a:lnTo>
                  <a:pt x="27848" y="1518879"/>
                </a:lnTo>
                <a:lnTo>
                  <a:pt x="24240" y="1515918"/>
                </a:lnTo>
                <a:lnTo>
                  <a:pt x="20923" y="1512601"/>
                </a:lnTo>
                <a:lnTo>
                  <a:pt x="17606" y="1509284"/>
                </a:lnTo>
                <a:lnTo>
                  <a:pt x="14645" y="1505675"/>
                </a:lnTo>
                <a:lnTo>
                  <a:pt x="12039" y="1501775"/>
                </a:lnTo>
                <a:lnTo>
                  <a:pt x="9433" y="1497875"/>
                </a:lnTo>
                <a:lnTo>
                  <a:pt x="7232" y="1493758"/>
                </a:lnTo>
                <a:lnTo>
                  <a:pt x="5437" y="1489425"/>
                </a:lnTo>
                <a:lnTo>
                  <a:pt x="3642" y="1485091"/>
                </a:lnTo>
                <a:lnTo>
                  <a:pt x="2287" y="1480624"/>
                </a:lnTo>
                <a:lnTo>
                  <a:pt x="1372" y="1476024"/>
                </a:lnTo>
                <a:lnTo>
                  <a:pt x="457" y="1471423"/>
                </a:lnTo>
                <a:lnTo>
                  <a:pt x="0" y="1466778"/>
                </a:lnTo>
                <a:lnTo>
                  <a:pt x="0" y="14620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6137" y="3636962"/>
            <a:ext cx="6086475" cy="3514725"/>
          </a:xfrm>
          <a:custGeom>
            <a:avLst/>
            <a:gdLst/>
            <a:ahLst/>
            <a:cxnLst/>
            <a:rect l="l" t="t" r="r" b="b"/>
            <a:pathLst>
              <a:path w="6086475" h="3514725">
                <a:moveTo>
                  <a:pt x="0" y="34432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2039" y="31748"/>
                </a:lnTo>
                <a:lnTo>
                  <a:pt x="14645" y="27848"/>
                </a:lnTo>
                <a:lnTo>
                  <a:pt x="17606" y="24239"/>
                </a:lnTo>
                <a:lnTo>
                  <a:pt x="20923" y="20923"/>
                </a:lnTo>
                <a:lnTo>
                  <a:pt x="24240" y="17606"/>
                </a:lnTo>
                <a:lnTo>
                  <a:pt x="57500" y="1372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7"/>
                </a:lnTo>
                <a:lnTo>
                  <a:pt x="6028973" y="1372"/>
                </a:lnTo>
                <a:lnTo>
                  <a:pt x="6033574" y="2287"/>
                </a:lnTo>
                <a:lnTo>
                  <a:pt x="6065550" y="20923"/>
                </a:lnTo>
                <a:lnTo>
                  <a:pt x="6068867" y="24239"/>
                </a:lnTo>
                <a:lnTo>
                  <a:pt x="6071828" y="27848"/>
                </a:lnTo>
                <a:lnTo>
                  <a:pt x="6074433" y="31748"/>
                </a:lnTo>
                <a:lnTo>
                  <a:pt x="6077040" y="35648"/>
                </a:lnTo>
                <a:lnTo>
                  <a:pt x="6079241" y="39765"/>
                </a:lnTo>
                <a:lnTo>
                  <a:pt x="6081035" y="44099"/>
                </a:lnTo>
                <a:lnTo>
                  <a:pt x="6082831" y="48432"/>
                </a:lnTo>
                <a:lnTo>
                  <a:pt x="6084186" y="52899"/>
                </a:lnTo>
                <a:lnTo>
                  <a:pt x="6085101" y="57500"/>
                </a:lnTo>
                <a:lnTo>
                  <a:pt x="6086016" y="62101"/>
                </a:lnTo>
                <a:lnTo>
                  <a:pt x="6086474" y="66746"/>
                </a:lnTo>
                <a:lnTo>
                  <a:pt x="6086475" y="71437"/>
                </a:lnTo>
                <a:lnTo>
                  <a:pt x="6086475" y="3443287"/>
                </a:lnTo>
                <a:lnTo>
                  <a:pt x="6086474" y="3447977"/>
                </a:lnTo>
                <a:lnTo>
                  <a:pt x="6086016" y="3452623"/>
                </a:lnTo>
                <a:lnTo>
                  <a:pt x="6085101" y="3457223"/>
                </a:lnTo>
                <a:lnTo>
                  <a:pt x="6084186" y="3461824"/>
                </a:lnTo>
                <a:lnTo>
                  <a:pt x="6082831" y="3466290"/>
                </a:lnTo>
                <a:lnTo>
                  <a:pt x="6081035" y="3470624"/>
                </a:lnTo>
                <a:lnTo>
                  <a:pt x="6079241" y="3474958"/>
                </a:lnTo>
                <a:lnTo>
                  <a:pt x="6077040" y="3479074"/>
                </a:lnTo>
                <a:lnTo>
                  <a:pt x="6074433" y="3482975"/>
                </a:lnTo>
                <a:lnTo>
                  <a:pt x="6071828" y="3486875"/>
                </a:lnTo>
                <a:lnTo>
                  <a:pt x="6068867" y="3490484"/>
                </a:lnTo>
                <a:lnTo>
                  <a:pt x="6065550" y="3493801"/>
                </a:lnTo>
                <a:lnTo>
                  <a:pt x="6062234" y="3497117"/>
                </a:lnTo>
                <a:lnTo>
                  <a:pt x="6028973" y="3513351"/>
                </a:lnTo>
                <a:lnTo>
                  <a:pt x="6024373" y="3514267"/>
                </a:lnTo>
                <a:lnTo>
                  <a:pt x="6019728" y="3514725"/>
                </a:lnTo>
                <a:lnTo>
                  <a:pt x="6015037" y="3514725"/>
                </a:lnTo>
                <a:lnTo>
                  <a:pt x="71437" y="3514725"/>
                </a:lnTo>
                <a:lnTo>
                  <a:pt x="66746" y="3514725"/>
                </a:lnTo>
                <a:lnTo>
                  <a:pt x="62101" y="3514267"/>
                </a:lnTo>
                <a:lnTo>
                  <a:pt x="24240" y="3497117"/>
                </a:lnTo>
                <a:lnTo>
                  <a:pt x="20923" y="3493801"/>
                </a:lnTo>
                <a:lnTo>
                  <a:pt x="17606" y="3490484"/>
                </a:lnTo>
                <a:lnTo>
                  <a:pt x="1372" y="3457223"/>
                </a:lnTo>
                <a:lnTo>
                  <a:pt x="457" y="3452623"/>
                </a:lnTo>
                <a:lnTo>
                  <a:pt x="0" y="3447977"/>
                </a:lnTo>
                <a:lnTo>
                  <a:pt x="0" y="3443287"/>
                </a:lnTo>
                <a:close/>
              </a:path>
            </a:pathLst>
          </a:custGeom>
          <a:ln w="9524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024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024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024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3437" y="2114550"/>
            <a:ext cx="5855334" cy="95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024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6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7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0.png" /><Relationship Id="rId5" Type="http://schemas.openxmlformats.org/officeDocument/2006/relationships/image" Target="../media/image21.png" /><Relationship Id="rId4" Type="http://schemas.openxmlformats.org/officeDocument/2006/relationships/image" Target="../media/image12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7" Type="http://schemas.openxmlformats.org/officeDocument/2006/relationships/image" Target="../media/image20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4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0.png" /><Relationship Id="rId5" Type="http://schemas.openxmlformats.org/officeDocument/2006/relationships/image" Target="../media/image25.png" /><Relationship Id="rId4" Type="http://schemas.openxmlformats.org/officeDocument/2006/relationships/image" Target="../media/image22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7.png" /><Relationship Id="rId4" Type="http://schemas.openxmlformats.org/officeDocument/2006/relationships/image" Target="../media/image22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2.png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251CC821-6281-2846-A3CB-4A424E190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7694" y="0"/>
            <a:ext cx="8272190" cy="115956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B1E6668-E27F-D945-8BA8-98C43F8ED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4980" y="1796523"/>
            <a:ext cx="8272190" cy="87923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8FA8620-648E-CB48-88A5-1CF42BCF4756}"/>
              </a:ext>
            </a:extLst>
          </p:cNvPr>
          <p:cNvSpPr txBox="1">
            <a:spLocks/>
          </p:cNvSpPr>
          <p:nvPr/>
        </p:nvSpPr>
        <p:spPr>
          <a:xfrm>
            <a:off x="1165860" y="3116898"/>
            <a:ext cx="6606540" cy="3693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024"/>
                </a:solidFill>
                <a:latin typeface="Roboto"/>
                <a:ea typeface="+mj-ea"/>
                <a:cs typeface="Roboto"/>
              </a:defRPr>
            </a:lvl1pPr>
          </a:lstStyle>
          <a:p>
            <a:r>
              <a:rPr lang="en-GB" sz="4000" b="1">
                <a:solidFill>
                  <a:schemeClr val="bg1"/>
                </a:solidFill>
              </a:rPr>
              <a:t>Tiktok Addictive Algorithm Unraveling Its Effects on Short-Term Memory </a:t>
            </a:r>
            <a:br>
              <a:rPr lang="en-GB" sz="4000" b="1">
                <a:solidFill>
                  <a:schemeClr val="bg1"/>
                </a:solidFill>
              </a:rPr>
            </a:br>
            <a:br>
              <a:rPr lang="en-GB" sz="4000" b="1">
                <a:solidFill>
                  <a:schemeClr val="bg1"/>
                </a:solidFill>
              </a:rPr>
            </a:br>
            <a:r>
              <a:rPr lang="en-GB" sz="4000" b="1">
                <a:solidFill>
                  <a:schemeClr val="bg1"/>
                </a:solidFill>
              </a:rPr>
              <a:t>(Survey , the staticall chart , table )</a:t>
            </a:r>
            <a:endParaRPr lang="en-US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687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1734F93-D237-9C4B-8EAE-ACCFACE91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73" y="608990"/>
            <a:ext cx="7922344" cy="814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01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8C3168-493A-DE41-9001-65DEC3ABF5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974998"/>
              </p:ext>
            </p:extLst>
          </p:nvPr>
        </p:nvGraphicFramePr>
        <p:xfrm>
          <a:off x="1606214" y="2588213"/>
          <a:ext cx="3585434" cy="37529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2327">
                  <a:extLst>
                    <a:ext uri="{9D8B030D-6E8A-4147-A177-3AD203B41FA5}">
                      <a16:colId xmlns:a16="http://schemas.microsoft.com/office/drawing/2014/main" val="230270416"/>
                    </a:ext>
                  </a:extLst>
                </a:gridCol>
                <a:gridCol w="2133107">
                  <a:extLst>
                    <a:ext uri="{9D8B030D-6E8A-4147-A177-3AD203B41FA5}">
                      <a16:colId xmlns:a16="http://schemas.microsoft.com/office/drawing/2014/main" val="1979215209"/>
                    </a:ext>
                  </a:extLst>
                </a:gridCol>
              </a:tblGrid>
              <a:tr h="447171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Used TikTok for more than one year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92.5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3227826689"/>
                  </a:ext>
                </a:extLst>
              </a:tr>
              <a:tr h="58299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Spent 19–20 hours per week on TikTok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52.5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2331005067"/>
                  </a:ext>
                </a:extLst>
              </a:tr>
              <a:tr h="447171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Able to recall last 3 videos watched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17.5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444375519"/>
                  </a:ext>
                </a:extLst>
              </a:tr>
              <a:tr h="71880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Difficulty remembering details from lectures or books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35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141294528"/>
                  </a:ext>
                </a:extLst>
              </a:tr>
              <a:tr h="718809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Know someone influenced by misinformation on TikTok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55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1050380622"/>
                  </a:ext>
                </a:extLst>
              </a:tr>
              <a:tr h="17553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Mean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50.5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1681661071"/>
                  </a:ext>
                </a:extLst>
              </a:tr>
              <a:tr h="17553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Maximum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92.5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2513754874"/>
                  </a:ext>
                </a:extLst>
              </a:tr>
              <a:tr h="17553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Minimum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17.5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395566630"/>
                  </a:ext>
                </a:extLst>
              </a:tr>
              <a:tr h="311353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Standard Deviation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u="none" strike="noStrike">
                          <a:effectLst/>
                        </a:rPr>
                        <a:t>27.91728855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2" marR="2462" marT="2462" marB="34095" anchor="b"/>
                </a:tc>
                <a:extLst>
                  <a:ext uri="{0D108BD9-81ED-4DB2-BD59-A6C34878D82A}">
                    <a16:rowId xmlns:a16="http://schemas.microsoft.com/office/drawing/2014/main" val="23889617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41A3F09-3AB9-6D47-9A8B-FF69549A7429}"/>
              </a:ext>
            </a:extLst>
          </p:cNvPr>
          <p:cNvSpPr txBox="1"/>
          <p:nvPr/>
        </p:nvSpPr>
        <p:spPr>
          <a:xfrm>
            <a:off x="1560204" y="7744691"/>
            <a:ext cx="465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SA"/>
              <a:t>Tiktok Addictive Algorithm –</a:t>
            </a:r>
            <a:r>
              <a:rPr lang="en-GB"/>
              <a:t> statistical tables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33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0521DA5-4AD4-C248-B3C0-5AB83223F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81" y="1385455"/>
            <a:ext cx="6640347" cy="5206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6BE9CD-1F97-214E-A460-504BFD89A0EF}"/>
              </a:ext>
            </a:extLst>
          </p:cNvPr>
          <p:cNvSpPr txBox="1"/>
          <p:nvPr/>
        </p:nvSpPr>
        <p:spPr>
          <a:xfrm>
            <a:off x="1560204" y="7744691"/>
            <a:ext cx="465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r-SA"/>
              <a:t>Tiktok Addictive Algorithm –grouped  survary finding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53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929" y="3667433"/>
            <a:ext cx="4993640" cy="957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90"/>
              </a:spcBef>
            </a:pP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This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study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voluntary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and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anonymous.By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continuing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confirm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that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are</a:t>
            </a:r>
            <a:r>
              <a:rPr sz="1300" spc="2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18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older,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agree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participate,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permit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anonymous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use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of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responses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research</a:t>
            </a:r>
            <a:endParaRPr sz="13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2549" y="3305528"/>
            <a:ext cx="6096000" cy="3460778"/>
            <a:chOff x="841375" y="2127250"/>
            <a:chExt cx="6096000" cy="5019675"/>
          </a:xfrm>
        </p:grpSpPr>
        <p:sp>
          <p:nvSpPr>
            <p:cNvPr id="6" name="object 6"/>
            <p:cNvSpPr/>
            <p:nvPr/>
          </p:nvSpPr>
          <p:spPr>
            <a:xfrm>
              <a:off x="841375" y="2127250"/>
              <a:ext cx="6096000" cy="95250"/>
            </a:xfrm>
            <a:custGeom>
              <a:avLst/>
              <a:gdLst/>
              <a:ahLst/>
              <a:cxnLst/>
              <a:rect l="l" t="t" r="r" b="b"/>
              <a:pathLst>
                <a:path w="6096000" h="95250">
                  <a:moveTo>
                    <a:pt x="6096000" y="95249"/>
                  </a:moveTo>
                  <a:lnTo>
                    <a:pt x="0" y="952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024803" y="0"/>
                  </a:lnTo>
                  <a:lnTo>
                    <a:pt x="6066294" y="15621"/>
                  </a:lnTo>
                  <a:lnTo>
                    <a:pt x="6092113" y="51661"/>
                  </a:lnTo>
                  <a:lnTo>
                    <a:pt x="6096000" y="71196"/>
                  </a:lnTo>
                  <a:lnTo>
                    <a:pt x="6096000" y="95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0900" y="4860925"/>
              <a:ext cx="3171825" cy="2286000"/>
            </a:xfrm>
            <a:custGeom>
              <a:avLst/>
              <a:gdLst/>
              <a:ahLst/>
              <a:cxnLst/>
              <a:rect l="l" t="t" r="r" b="b"/>
              <a:pathLst>
                <a:path w="3171825" h="2286000">
                  <a:moveTo>
                    <a:pt x="3171825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1475" y="4860925"/>
              <a:ext cx="2057400" cy="1943100"/>
            </a:xfrm>
            <a:custGeom>
              <a:avLst/>
              <a:gdLst/>
              <a:ahLst/>
              <a:cxnLst/>
              <a:rect l="l" t="t" r="r" b="b"/>
              <a:pathLst>
                <a:path w="2057400" h="1943100">
                  <a:moveTo>
                    <a:pt x="0" y="0"/>
                  </a:moveTo>
                  <a:lnTo>
                    <a:pt x="2057400" y="0"/>
                  </a:lnTo>
                  <a:lnTo>
                    <a:pt x="20574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1475" y="4860937"/>
              <a:ext cx="2057400" cy="1943100"/>
            </a:xfrm>
            <a:custGeom>
              <a:avLst/>
              <a:gdLst/>
              <a:ahLst/>
              <a:cxnLst/>
              <a:rect l="l" t="t" r="r" b="b"/>
              <a:pathLst>
                <a:path w="2057400" h="1943100">
                  <a:moveTo>
                    <a:pt x="9525" y="0"/>
                  </a:moveTo>
                  <a:lnTo>
                    <a:pt x="0" y="0"/>
                  </a:lnTo>
                  <a:lnTo>
                    <a:pt x="0" y="1943100"/>
                  </a:lnTo>
                  <a:lnTo>
                    <a:pt x="9525" y="1943100"/>
                  </a:lnTo>
                  <a:lnTo>
                    <a:pt x="9525" y="0"/>
                  </a:lnTo>
                  <a:close/>
                </a:path>
                <a:path w="2057400" h="1943100">
                  <a:moveTo>
                    <a:pt x="1038225" y="790575"/>
                  </a:moveTo>
                  <a:lnTo>
                    <a:pt x="1028700" y="790575"/>
                  </a:lnTo>
                  <a:lnTo>
                    <a:pt x="1028700" y="1943100"/>
                  </a:lnTo>
                  <a:lnTo>
                    <a:pt x="1038225" y="1943100"/>
                  </a:lnTo>
                  <a:lnTo>
                    <a:pt x="1038225" y="790575"/>
                  </a:lnTo>
                  <a:close/>
                </a:path>
                <a:path w="2057400" h="1943100">
                  <a:moveTo>
                    <a:pt x="1038225" y="0"/>
                  </a:moveTo>
                  <a:lnTo>
                    <a:pt x="1028700" y="0"/>
                  </a:lnTo>
                  <a:lnTo>
                    <a:pt x="1028700" y="190500"/>
                  </a:lnTo>
                  <a:lnTo>
                    <a:pt x="1038225" y="190500"/>
                  </a:lnTo>
                  <a:lnTo>
                    <a:pt x="1038225" y="0"/>
                  </a:lnTo>
                  <a:close/>
                </a:path>
                <a:path w="2057400" h="1943100">
                  <a:moveTo>
                    <a:pt x="2057400" y="0"/>
                  </a:moveTo>
                  <a:lnTo>
                    <a:pt x="2047875" y="0"/>
                  </a:lnTo>
                  <a:lnTo>
                    <a:pt x="2047875" y="1943100"/>
                  </a:lnTo>
                  <a:lnTo>
                    <a:pt x="2057400" y="19431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55825" y="4860937"/>
              <a:ext cx="1028700" cy="1943100"/>
            </a:xfrm>
            <a:custGeom>
              <a:avLst/>
              <a:gdLst/>
              <a:ahLst/>
              <a:cxnLst/>
              <a:rect l="l" t="t" r="r" b="b"/>
              <a:pathLst>
                <a:path w="1028700" h="1943100">
                  <a:moveTo>
                    <a:pt x="9525" y="790575"/>
                  </a:moveTo>
                  <a:lnTo>
                    <a:pt x="0" y="790575"/>
                  </a:lnTo>
                  <a:lnTo>
                    <a:pt x="0" y="1943100"/>
                  </a:lnTo>
                  <a:lnTo>
                    <a:pt x="9525" y="1943100"/>
                  </a:lnTo>
                  <a:lnTo>
                    <a:pt x="9525" y="790575"/>
                  </a:lnTo>
                  <a:close/>
                </a:path>
                <a:path w="1028700" h="1943100">
                  <a:moveTo>
                    <a:pt x="9525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9525" y="190500"/>
                  </a:lnTo>
                  <a:lnTo>
                    <a:pt x="9525" y="0"/>
                  </a:lnTo>
                  <a:close/>
                </a:path>
                <a:path w="1028700" h="1943100">
                  <a:moveTo>
                    <a:pt x="1028700" y="790575"/>
                  </a:moveTo>
                  <a:lnTo>
                    <a:pt x="1019175" y="790575"/>
                  </a:lnTo>
                  <a:lnTo>
                    <a:pt x="1019175" y="1943100"/>
                  </a:lnTo>
                  <a:lnTo>
                    <a:pt x="1028700" y="1943100"/>
                  </a:lnTo>
                  <a:lnTo>
                    <a:pt x="1028700" y="790575"/>
                  </a:lnTo>
                  <a:close/>
                </a:path>
                <a:path w="1028700" h="1943100">
                  <a:moveTo>
                    <a:pt x="1028700" y="0"/>
                  </a:moveTo>
                  <a:lnTo>
                    <a:pt x="1019175" y="0"/>
                  </a:lnTo>
                  <a:lnTo>
                    <a:pt x="1019175" y="190500"/>
                  </a:lnTo>
                  <a:lnTo>
                    <a:pt x="1028700" y="1905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51000" y="5051437"/>
              <a:ext cx="1933575" cy="1562100"/>
            </a:xfrm>
            <a:custGeom>
              <a:avLst/>
              <a:gdLst/>
              <a:ahLst/>
              <a:cxnLst/>
              <a:rect l="l" t="t" r="r" b="b"/>
              <a:pathLst>
                <a:path w="1933575" h="1562100">
                  <a:moveTo>
                    <a:pt x="142875" y="962025"/>
                  </a:moveTo>
                  <a:lnTo>
                    <a:pt x="0" y="962025"/>
                  </a:lnTo>
                  <a:lnTo>
                    <a:pt x="0" y="1562100"/>
                  </a:lnTo>
                  <a:lnTo>
                    <a:pt x="142875" y="1562100"/>
                  </a:lnTo>
                  <a:lnTo>
                    <a:pt x="142875" y="962025"/>
                  </a:lnTo>
                  <a:close/>
                </a:path>
                <a:path w="1933575" h="1562100">
                  <a:moveTo>
                    <a:pt x="1933575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1933575" y="600075"/>
                  </a:lnTo>
                  <a:lnTo>
                    <a:pt x="1933575" y="0"/>
                  </a:lnTo>
                  <a:close/>
                </a:path>
              </a:pathLst>
            </a:custGeom>
            <a:solidFill>
              <a:srgbClr val="87B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41475" y="4860925"/>
              <a:ext cx="9525" cy="1943100"/>
            </a:xfrm>
            <a:custGeom>
              <a:avLst/>
              <a:gdLst/>
              <a:ahLst/>
              <a:cxnLst/>
              <a:rect l="l" t="t" r="r" b="b"/>
              <a:pathLst>
                <a:path w="9525" h="1943100">
                  <a:moveTo>
                    <a:pt x="9525" y="1943100"/>
                  </a:moveTo>
                  <a:lnTo>
                    <a:pt x="0" y="1943100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9525" y="194310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3875" y="630872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1143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14300" y="95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06748" y="6834187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444444"/>
                </a:solidFill>
                <a:latin typeface="Roboto Bk"/>
                <a:cs typeface="Roboto Bk"/>
              </a:rPr>
              <a:t>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3896" y="6834187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20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27834" y="6834187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40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1664" y="5203031"/>
            <a:ext cx="703580" cy="27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715" indent="-88900">
              <a:lnSpc>
                <a:spcPct val="108300"/>
              </a:lnSpc>
              <a:spcBef>
                <a:spcPts val="100"/>
              </a:spcBef>
            </a:pP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I</a:t>
            </a:r>
            <a:r>
              <a:rPr sz="750" b="1" spc="-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totally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 agree</a:t>
            </a:r>
            <a:r>
              <a:rPr sz="750" b="1" spc="-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to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be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part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of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this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575" y="5289336"/>
            <a:ext cx="452437" cy="12684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24817" y="6169818"/>
            <a:ext cx="710565" cy="2730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5"/>
              </a:spcBef>
            </a:pP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I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don't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wanna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be</a:t>
            </a:r>
            <a:endParaRPr sz="750">
              <a:latin typeface="Roboto Bk"/>
              <a:cs typeface="Roboto Bk"/>
            </a:endParaRPr>
          </a:p>
          <a:p>
            <a:pPr marR="5080" algn="r">
              <a:lnSpc>
                <a:spcPct val="100000"/>
              </a:lnSpc>
              <a:spcBef>
                <a:spcPts val="75"/>
              </a:spcBef>
            </a:pP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part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of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this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86175" y="5272087"/>
            <a:ext cx="36576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38</a:t>
            </a:r>
            <a:r>
              <a:rPr sz="750" b="1" spc="-40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02024"/>
                </a:solidFill>
                <a:latin typeface="Roboto Bk"/>
                <a:cs typeface="Roboto Bk"/>
              </a:rPr>
              <a:t>(95%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12593" y="6265648"/>
            <a:ext cx="334010" cy="98425"/>
          </a:xfrm>
          <a:custGeom>
            <a:avLst/>
            <a:gdLst/>
            <a:ahLst/>
            <a:cxnLst/>
            <a:rect l="l" t="t" r="r" b="b"/>
            <a:pathLst>
              <a:path w="334010" h="98425">
                <a:moveTo>
                  <a:pt x="13766" y="45392"/>
                </a:moveTo>
                <a:lnTo>
                  <a:pt x="13766" y="38323"/>
                </a:lnTo>
                <a:lnTo>
                  <a:pt x="20091" y="38323"/>
                </a:lnTo>
                <a:lnTo>
                  <a:pt x="24525" y="38292"/>
                </a:lnTo>
                <a:lnTo>
                  <a:pt x="27827" y="37176"/>
                </a:lnTo>
                <a:lnTo>
                  <a:pt x="29998" y="34974"/>
                </a:lnTo>
                <a:lnTo>
                  <a:pt x="32168" y="32773"/>
                </a:lnTo>
                <a:lnTo>
                  <a:pt x="33253" y="30029"/>
                </a:lnTo>
                <a:lnTo>
                  <a:pt x="33253" y="26742"/>
                </a:lnTo>
                <a:lnTo>
                  <a:pt x="33253" y="18805"/>
                </a:lnTo>
                <a:lnTo>
                  <a:pt x="29316" y="14836"/>
                </a:lnTo>
                <a:lnTo>
                  <a:pt x="21440" y="14836"/>
                </a:lnTo>
                <a:lnTo>
                  <a:pt x="17781" y="14836"/>
                </a:lnTo>
                <a:lnTo>
                  <a:pt x="14820" y="15882"/>
                </a:lnTo>
                <a:lnTo>
                  <a:pt x="12557" y="17975"/>
                </a:lnTo>
                <a:lnTo>
                  <a:pt x="10293" y="20068"/>
                </a:lnTo>
                <a:lnTo>
                  <a:pt x="9162" y="22882"/>
                </a:lnTo>
                <a:lnTo>
                  <a:pt x="9162" y="26416"/>
                </a:lnTo>
                <a:lnTo>
                  <a:pt x="558" y="26416"/>
                </a:lnTo>
                <a:lnTo>
                  <a:pt x="558" y="21238"/>
                </a:lnTo>
                <a:lnTo>
                  <a:pt x="2472" y="16836"/>
                </a:lnTo>
                <a:lnTo>
                  <a:pt x="6301" y="13208"/>
                </a:lnTo>
                <a:lnTo>
                  <a:pt x="10131" y="9580"/>
                </a:lnTo>
                <a:lnTo>
                  <a:pt x="15177" y="7766"/>
                </a:lnTo>
                <a:lnTo>
                  <a:pt x="21440" y="7766"/>
                </a:lnTo>
                <a:lnTo>
                  <a:pt x="27548" y="7766"/>
                </a:lnTo>
                <a:lnTo>
                  <a:pt x="32486" y="9387"/>
                </a:lnTo>
                <a:lnTo>
                  <a:pt x="36253" y="12627"/>
                </a:lnTo>
                <a:lnTo>
                  <a:pt x="40020" y="15867"/>
                </a:lnTo>
                <a:lnTo>
                  <a:pt x="41904" y="20634"/>
                </a:lnTo>
                <a:lnTo>
                  <a:pt x="41904" y="26928"/>
                </a:lnTo>
                <a:lnTo>
                  <a:pt x="41904" y="29440"/>
                </a:lnTo>
                <a:lnTo>
                  <a:pt x="41059" y="32122"/>
                </a:lnTo>
                <a:lnTo>
                  <a:pt x="39369" y="34974"/>
                </a:lnTo>
                <a:lnTo>
                  <a:pt x="37679" y="37827"/>
                </a:lnTo>
                <a:lnTo>
                  <a:pt x="34974" y="40044"/>
                </a:lnTo>
                <a:lnTo>
                  <a:pt x="31253" y="41625"/>
                </a:lnTo>
                <a:lnTo>
                  <a:pt x="35749" y="43082"/>
                </a:lnTo>
                <a:lnTo>
                  <a:pt x="38819" y="45330"/>
                </a:lnTo>
                <a:lnTo>
                  <a:pt x="40462" y="48369"/>
                </a:lnTo>
                <a:lnTo>
                  <a:pt x="42105" y="51407"/>
                </a:lnTo>
                <a:lnTo>
                  <a:pt x="42927" y="54461"/>
                </a:lnTo>
                <a:lnTo>
                  <a:pt x="42927" y="57531"/>
                </a:lnTo>
                <a:lnTo>
                  <a:pt x="42927" y="63856"/>
                </a:lnTo>
                <a:lnTo>
                  <a:pt x="40881" y="68739"/>
                </a:lnTo>
                <a:lnTo>
                  <a:pt x="36788" y="72181"/>
                </a:lnTo>
                <a:lnTo>
                  <a:pt x="32695" y="75623"/>
                </a:lnTo>
                <a:lnTo>
                  <a:pt x="27595" y="77344"/>
                </a:lnTo>
                <a:lnTo>
                  <a:pt x="21487" y="77344"/>
                </a:lnTo>
                <a:lnTo>
                  <a:pt x="15595" y="77344"/>
                </a:lnTo>
                <a:lnTo>
                  <a:pt x="10542" y="75708"/>
                </a:lnTo>
                <a:lnTo>
                  <a:pt x="6325" y="72437"/>
                </a:lnTo>
                <a:lnTo>
                  <a:pt x="2108" y="69166"/>
                </a:lnTo>
                <a:lnTo>
                  <a:pt x="0" y="64523"/>
                </a:lnTo>
                <a:lnTo>
                  <a:pt x="0" y="58508"/>
                </a:lnTo>
                <a:lnTo>
                  <a:pt x="8604" y="58508"/>
                </a:lnTo>
                <a:lnTo>
                  <a:pt x="8604" y="62073"/>
                </a:lnTo>
                <a:lnTo>
                  <a:pt x="9759" y="64926"/>
                </a:lnTo>
                <a:lnTo>
                  <a:pt x="12069" y="67065"/>
                </a:lnTo>
                <a:lnTo>
                  <a:pt x="14378" y="69205"/>
                </a:lnTo>
                <a:lnTo>
                  <a:pt x="17518" y="70274"/>
                </a:lnTo>
                <a:lnTo>
                  <a:pt x="21487" y="70274"/>
                </a:lnTo>
                <a:lnTo>
                  <a:pt x="25424" y="70274"/>
                </a:lnTo>
                <a:lnTo>
                  <a:pt x="28540" y="69236"/>
                </a:lnTo>
                <a:lnTo>
                  <a:pt x="30835" y="67158"/>
                </a:lnTo>
                <a:lnTo>
                  <a:pt x="33129" y="65081"/>
                </a:lnTo>
                <a:lnTo>
                  <a:pt x="34276" y="61934"/>
                </a:lnTo>
                <a:lnTo>
                  <a:pt x="34276" y="57717"/>
                </a:lnTo>
                <a:lnTo>
                  <a:pt x="34276" y="53500"/>
                </a:lnTo>
                <a:lnTo>
                  <a:pt x="32974" y="50392"/>
                </a:lnTo>
                <a:lnTo>
                  <a:pt x="30370" y="48392"/>
                </a:lnTo>
                <a:lnTo>
                  <a:pt x="27765" y="46392"/>
                </a:lnTo>
                <a:lnTo>
                  <a:pt x="24277" y="45392"/>
                </a:lnTo>
                <a:lnTo>
                  <a:pt x="19905" y="45392"/>
                </a:lnTo>
                <a:lnTo>
                  <a:pt x="13766" y="45392"/>
                </a:lnTo>
                <a:close/>
              </a:path>
              <a:path w="334010" h="98425">
                <a:moveTo>
                  <a:pt x="78971" y="48880"/>
                </a:moveTo>
                <a:lnTo>
                  <a:pt x="78971" y="39888"/>
                </a:lnTo>
                <a:lnTo>
                  <a:pt x="80258" y="32029"/>
                </a:lnTo>
                <a:lnTo>
                  <a:pt x="101714" y="0"/>
                </a:lnTo>
                <a:lnTo>
                  <a:pt x="103528" y="5674"/>
                </a:lnTo>
                <a:lnTo>
                  <a:pt x="99869" y="8433"/>
                </a:lnTo>
                <a:lnTo>
                  <a:pt x="96296" y="13355"/>
                </a:lnTo>
                <a:lnTo>
                  <a:pt x="87576" y="49438"/>
                </a:lnTo>
                <a:lnTo>
                  <a:pt x="87903" y="57842"/>
                </a:lnTo>
                <a:lnTo>
                  <a:pt x="103528" y="93064"/>
                </a:lnTo>
                <a:lnTo>
                  <a:pt x="101714" y="98273"/>
                </a:lnTo>
                <a:lnTo>
                  <a:pt x="80258" y="66329"/>
                </a:lnTo>
                <a:lnTo>
                  <a:pt x="78971" y="58275"/>
                </a:lnTo>
                <a:lnTo>
                  <a:pt x="78971" y="48880"/>
                </a:lnTo>
                <a:close/>
              </a:path>
              <a:path w="334010" h="98425">
                <a:moveTo>
                  <a:pt x="154734" y="8697"/>
                </a:moveTo>
                <a:lnTo>
                  <a:pt x="154734" y="13534"/>
                </a:lnTo>
                <a:lnTo>
                  <a:pt x="126689" y="76413"/>
                </a:lnTo>
                <a:lnTo>
                  <a:pt x="117620" y="76413"/>
                </a:lnTo>
                <a:lnTo>
                  <a:pt x="145619" y="15766"/>
                </a:lnTo>
                <a:lnTo>
                  <a:pt x="108970" y="15766"/>
                </a:lnTo>
                <a:lnTo>
                  <a:pt x="108970" y="8697"/>
                </a:lnTo>
                <a:lnTo>
                  <a:pt x="154734" y="8697"/>
                </a:lnTo>
                <a:close/>
              </a:path>
              <a:path w="334010" h="98425">
                <a:moveTo>
                  <a:pt x="165571" y="71856"/>
                </a:moveTo>
                <a:lnTo>
                  <a:pt x="165571" y="70398"/>
                </a:lnTo>
                <a:lnTo>
                  <a:pt x="166028" y="69166"/>
                </a:lnTo>
                <a:lnTo>
                  <a:pt x="166943" y="68158"/>
                </a:lnTo>
                <a:lnTo>
                  <a:pt x="167857" y="67150"/>
                </a:lnTo>
                <a:lnTo>
                  <a:pt x="169183" y="66647"/>
                </a:lnTo>
                <a:lnTo>
                  <a:pt x="170919" y="66647"/>
                </a:lnTo>
                <a:lnTo>
                  <a:pt x="172656" y="66647"/>
                </a:lnTo>
                <a:lnTo>
                  <a:pt x="173981" y="67150"/>
                </a:lnTo>
                <a:lnTo>
                  <a:pt x="174896" y="68158"/>
                </a:lnTo>
                <a:lnTo>
                  <a:pt x="175810" y="69166"/>
                </a:lnTo>
                <a:lnTo>
                  <a:pt x="176268" y="70398"/>
                </a:lnTo>
                <a:lnTo>
                  <a:pt x="176268" y="71856"/>
                </a:lnTo>
                <a:lnTo>
                  <a:pt x="176268" y="73282"/>
                </a:lnTo>
                <a:lnTo>
                  <a:pt x="175810" y="74491"/>
                </a:lnTo>
                <a:lnTo>
                  <a:pt x="174896" y="75483"/>
                </a:lnTo>
                <a:lnTo>
                  <a:pt x="173981" y="76476"/>
                </a:lnTo>
                <a:lnTo>
                  <a:pt x="172656" y="76972"/>
                </a:lnTo>
                <a:lnTo>
                  <a:pt x="170919" y="76972"/>
                </a:lnTo>
                <a:lnTo>
                  <a:pt x="169183" y="76972"/>
                </a:lnTo>
                <a:lnTo>
                  <a:pt x="167857" y="76476"/>
                </a:lnTo>
                <a:lnTo>
                  <a:pt x="166943" y="75483"/>
                </a:lnTo>
                <a:lnTo>
                  <a:pt x="166028" y="74491"/>
                </a:lnTo>
                <a:lnTo>
                  <a:pt x="165571" y="73282"/>
                </a:lnTo>
                <a:lnTo>
                  <a:pt x="165571" y="71856"/>
                </a:lnTo>
                <a:close/>
              </a:path>
              <a:path w="334010" h="98425">
                <a:moveTo>
                  <a:pt x="200499" y="44183"/>
                </a:moveTo>
                <a:lnTo>
                  <a:pt x="193616" y="42416"/>
                </a:lnTo>
                <a:lnTo>
                  <a:pt x="197011" y="8697"/>
                </a:lnTo>
                <a:lnTo>
                  <a:pt x="231753" y="8697"/>
                </a:lnTo>
                <a:lnTo>
                  <a:pt x="231753" y="16650"/>
                </a:lnTo>
                <a:lnTo>
                  <a:pt x="204313" y="16650"/>
                </a:lnTo>
                <a:lnTo>
                  <a:pt x="202266" y="35067"/>
                </a:lnTo>
                <a:lnTo>
                  <a:pt x="205677" y="33114"/>
                </a:lnTo>
                <a:lnTo>
                  <a:pt x="209444" y="32137"/>
                </a:lnTo>
                <a:lnTo>
                  <a:pt x="213568" y="32137"/>
                </a:lnTo>
                <a:lnTo>
                  <a:pt x="219800" y="32137"/>
                </a:lnTo>
                <a:lnTo>
                  <a:pt x="224722" y="34191"/>
                </a:lnTo>
                <a:lnTo>
                  <a:pt x="228334" y="38299"/>
                </a:lnTo>
                <a:lnTo>
                  <a:pt x="231947" y="42408"/>
                </a:lnTo>
                <a:lnTo>
                  <a:pt x="233753" y="47919"/>
                </a:lnTo>
                <a:lnTo>
                  <a:pt x="233753" y="54833"/>
                </a:lnTo>
                <a:lnTo>
                  <a:pt x="233753" y="61314"/>
                </a:lnTo>
                <a:lnTo>
                  <a:pt x="231985" y="66685"/>
                </a:lnTo>
                <a:lnTo>
                  <a:pt x="228451" y="70949"/>
                </a:lnTo>
                <a:lnTo>
                  <a:pt x="224916" y="75212"/>
                </a:lnTo>
                <a:lnTo>
                  <a:pt x="219537" y="77344"/>
                </a:lnTo>
                <a:lnTo>
                  <a:pt x="212312" y="77344"/>
                </a:lnTo>
                <a:lnTo>
                  <a:pt x="206824" y="77344"/>
                </a:lnTo>
                <a:lnTo>
                  <a:pt x="202080" y="75801"/>
                </a:lnTo>
                <a:lnTo>
                  <a:pt x="198080" y="72716"/>
                </a:lnTo>
                <a:lnTo>
                  <a:pt x="194081" y="69631"/>
                </a:lnTo>
                <a:lnTo>
                  <a:pt x="191771" y="64926"/>
                </a:lnTo>
                <a:lnTo>
                  <a:pt x="191151" y="58601"/>
                </a:lnTo>
                <a:lnTo>
                  <a:pt x="199336" y="58601"/>
                </a:lnTo>
                <a:lnTo>
                  <a:pt x="200421" y="66383"/>
                </a:lnTo>
                <a:lnTo>
                  <a:pt x="204747" y="70274"/>
                </a:lnTo>
                <a:lnTo>
                  <a:pt x="212312" y="70274"/>
                </a:lnTo>
                <a:lnTo>
                  <a:pt x="216374" y="70274"/>
                </a:lnTo>
                <a:lnTo>
                  <a:pt x="219521" y="68895"/>
                </a:lnTo>
                <a:lnTo>
                  <a:pt x="221753" y="66135"/>
                </a:lnTo>
                <a:lnTo>
                  <a:pt x="223986" y="63375"/>
                </a:lnTo>
                <a:lnTo>
                  <a:pt x="225102" y="59639"/>
                </a:lnTo>
                <a:lnTo>
                  <a:pt x="225102" y="54926"/>
                </a:lnTo>
                <a:lnTo>
                  <a:pt x="225102" y="50679"/>
                </a:lnTo>
                <a:lnTo>
                  <a:pt x="223932" y="47105"/>
                </a:lnTo>
                <a:lnTo>
                  <a:pt x="221591" y="44206"/>
                </a:lnTo>
                <a:lnTo>
                  <a:pt x="219250" y="41307"/>
                </a:lnTo>
                <a:lnTo>
                  <a:pt x="215909" y="39858"/>
                </a:lnTo>
                <a:lnTo>
                  <a:pt x="211568" y="39858"/>
                </a:lnTo>
                <a:lnTo>
                  <a:pt x="208684" y="39858"/>
                </a:lnTo>
                <a:lnTo>
                  <a:pt x="206499" y="40245"/>
                </a:lnTo>
                <a:lnTo>
                  <a:pt x="205010" y="41020"/>
                </a:lnTo>
                <a:lnTo>
                  <a:pt x="203522" y="41795"/>
                </a:lnTo>
                <a:lnTo>
                  <a:pt x="202018" y="42850"/>
                </a:lnTo>
                <a:lnTo>
                  <a:pt x="200499" y="44183"/>
                </a:lnTo>
                <a:close/>
              </a:path>
              <a:path w="334010" h="98425">
                <a:moveTo>
                  <a:pt x="242403" y="21719"/>
                </a:moveTo>
                <a:lnTo>
                  <a:pt x="242403" y="17874"/>
                </a:lnTo>
                <a:lnTo>
                  <a:pt x="243643" y="14580"/>
                </a:lnTo>
                <a:lnTo>
                  <a:pt x="246124" y="11836"/>
                </a:lnTo>
                <a:lnTo>
                  <a:pt x="248605" y="9092"/>
                </a:lnTo>
                <a:lnTo>
                  <a:pt x="251984" y="7720"/>
                </a:lnTo>
                <a:lnTo>
                  <a:pt x="256263" y="7720"/>
                </a:lnTo>
                <a:lnTo>
                  <a:pt x="260604" y="7720"/>
                </a:lnTo>
                <a:lnTo>
                  <a:pt x="264007" y="9092"/>
                </a:lnTo>
                <a:lnTo>
                  <a:pt x="266472" y="11836"/>
                </a:lnTo>
                <a:lnTo>
                  <a:pt x="268937" y="14580"/>
                </a:lnTo>
                <a:lnTo>
                  <a:pt x="270169" y="17874"/>
                </a:lnTo>
                <a:lnTo>
                  <a:pt x="270169" y="21719"/>
                </a:lnTo>
                <a:lnTo>
                  <a:pt x="270169" y="25300"/>
                </a:lnTo>
                <a:lnTo>
                  <a:pt x="270169" y="29083"/>
                </a:lnTo>
                <a:lnTo>
                  <a:pt x="268944" y="32346"/>
                </a:lnTo>
                <a:lnTo>
                  <a:pt x="266495" y="35090"/>
                </a:lnTo>
                <a:lnTo>
                  <a:pt x="264045" y="37834"/>
                </a:lnTo>
                <a:lnTo>
                  <a:pt x="260666" y="39206"/>
                </a:lnTo>
                <a:lnTo>
                  <a:pt x="256356" y="39206"/>
                </a:lnTo>
                <a:lnTo>
                  <a:pt x="252046" y="39206"/>
                </a:lnTo>
                <a:lnTo>
                  <a:pt x="248643" y="37834"/>
                </a:lnTo>
                <a:lnTo>
                  <a:pt x="246147" y="35090"/>
                </a:lnTo>
                <a:lnTo>
                  <a:pt x="243651" y="32346"/>
                </a:lnTo>
                <a:lnTo>
                  <a:pt x="242403" y="29083"/>
                </a:lnTo>
                <a:lnTo>
                  <a:pt x="242403" y="25300"/>
                </a:lnTo>
                <a:lnTo>
                  <a:pt x="242403" y="21719"/>
                </a:lnTo>
                <a:close/>
              </a:path>
              <a:path w="334010" h="98425">
                <a:moveTo>
                  <a:pt x="248868" y="25300"/>
                </a:moveTo>
                <a:lnTo>
                  <a:pt x="248868" y="27440"/>
                </a:lnTo>
                <a:lnTo>
                  <a:pt x="249480" y="29362"/>
                </a:lnTo>
                <a:lnTo>
                  <a:pt x="250705" y="31067"/>
                </a:lnTo>
                <a:lnTo>
                  <a:pt x="251930" y="32773"/>
                </a:lnTo>
                <a:lnTo>
                  <a:pt x="253814" y="33625"/>
                </a:lnTo>
                <a:lnTo>
                  <a:pt x="256356" y="33625"/>
                </a:lnTo>
                <a:lnTo>
                  <a:pt x="258836" y="33625"/>
                </a:lnTo>
                <a:lnTo>
                  <a:pt x="260681" y="32780"/>
                </a:lnTo>
                <a:lnTo>
                  <a:pt x="261890" y="31091"/>
                </a:lnTo>
                <a:lnTo>
                  <a:pt x="263100" y="29401"/>
                </a:lnTo>
                <a:lnTo>
                  <a:pt x="263704" y="27471"/>
                </a:lnTo>
                <a:lnTo>
                  <a:pt x="263704" y="25300"/>
                </a:lnTo>
                <a:lnTo>
                  <a:pt x="263704" y="21719"/>
                </a:lnTo>
                <a:lnTo>
                  <a:pt x="263704" y="19549"/>
                </a:lnTo>
                <a:lnTo>
                  <a:pt x="263092" y="17603"/>
                </a:lnTo>
                <a:lnTo>
                  <a:pt x="261867" y="15882"/>
                </a:lnTo>
                <a:lnTo>
                  <a:pt x="260642" y="14161"/>
                </a:lnTo>
                <a:lnTo>
                  <a:pt x="258774" y="13301"/>
                </a:lnTo>
                <a:lnTo>
                  <a:pt x="256263" y="13301"/>
                </a:lnTo>
                <a:lnTo>
                  <a:pt x="253782" y="13301"/>
                </a:lnTo>
                <a:lnTo>
                  <a:pt x="251930" y="14161"/>
                </a:lnTo>
                <a:lnTo>
                  <a:pt x="250705" y="15882"/>
                </a:lnTo>
                <a:lnTo>
                  <a:pt x="249480" y="17603"/>
                </a:lnTo>
                <a:lnTo>
                  <a:pt x="248868" y="19549"/>
                </a:lnTo>
                <a:lnTo>
                  <a:pt x="248868" y="21719"/>
                </a:lnTo>
                <a:lnTo>
                  <a:pt x="248868" y="25300"/>
                </a:lnTo>
                <a:close/>
              </a:path>
              <a:path w="334010" h="98425">
                <a:moveTo>
                  <a:pt x="291377" y="18324"/>
                </a:moveTo>
                <a:lnTo>
                  <a:pt x="258309" y="71251"/>
                </a:lnTo>
                <a:lnTo>
                  <a:pt x="253472" y="68181"/>
                </a:lnTo>
                <a:lnTo>
                  <a:pt x="286540" y="15254"/>
                </a:lnTo>
                <a:lnTo>
                  <a:pt x="291377" y="18324"/>
                </a:lnTo>
                <a:close/>
              </a:path>
              <a:path w="334010" h="98425">
                <a:moveTo>
                  <a:pt x="275378" y="59810"/>
                </a:moveTo>
                <a:lnTo>
                  <a:pt x="275378" y="55996"/>
                </a:lnTo>
                <a:lnTo>
                  <a:pt x="276618" y="52717"/>
                </a:lnTo>
                <a:lnTo>
                  <a:pt x="279099" y="49973"/>
                </a:lnTo>
                <a:lnTo>
                  <a:pt x="281579" y="47229"/>
                </a:lnTo>
                <a:lnTo>
                  <a:pt x="284959" y="45857"/>
                </a:lnTo>
                <a:lnTo>
                  <a:pt x="289238" y="45857"/>
                </a:lnTo>
                <a:lnTo>
                  <a:pt x="293579" y="45857"/>
                </a:lnTo>
                <a:lnTo>
                  <a:pt x="296981" y="47229"/>
                </a:lnTo>
                <a:lnTo>
                  <a:pt x="299446" y="49973"/>
                </a:lnTo>
                <a:lnTo>
                  <a:pt x="301911" y="52717"/>
                </a:lnTo>
                <a:lnTo>
                  <a:pt x="303144" y="55996"/>
                </a:lnTo>
                <a:lnTo>
                  <a:pt x="303144" y="59810"/>
                </a:lnTo>
                <a:lnTo>
                  <a:pt x="303144" y="63437"/>
                </a:lnTo>
                <a:lnTo>
                  <a:pt x="303144" y="67251"/>
                </a:lnTo>
                <a:lnTo>
                  <a:pt x="301919" y="70530"/>
                </a:lnTo>
                <a:lnTo>
                  <a:pt x="299470" y="73274"/>
                </a:lnTo>
                <a:lnTo>
                  <a:pt x="297020" y="76018"/>
                </a:lnTo>
                <a:lnTo>
                  <a:pt x="293640" y="77390"/>
                </a:lnTo>
                <a:lnTo>
                  <a:pt x="289331" y="77390"/>
                </a:lnTo>
                <a:lnTo>
                  <a:pt x="284990" y="77390"/>
                </a:lnTo>
                <a:lnTo>
                  <a:pt x="281579" y="76018"/>
                </a:lnTo>
                <a:lnTo>
                  <a:pt x="279099" y="73274"/>
                </a:lnTo>
                <a:lnTo>
                  <a:pt x="276618" y="70530"/>
                </a:lnTo>
                <a:lnTo>
                  <a:pt x="275378" y="67251"/>
                </a:lnTo>
                <a:lnTo>
                  <a:pt x="275378" y="63437"/>
                </a:lnTo>
                <a:lnTo>
                  <a:pt x="275378" y="59810"/>
                </a:lnTo>
                <a:close/>
              </a:path>
              <a:path w="334010" h="98425">
                <a:moveTo>
                  <a:pt x="281843" y="63437"/>
                </a:moveTo>
                <a:lnTo>
                  <a:pt x="281843" y="65608"/>
                </a:lnTo>
                <a:lnTo>
                  <a:pt x="282455" y="67546"/>
                </a:lnTo>
                <a:lnTo>
                  <a:pt x="283680" y="69251"/>
                </a:lnTo>
                <a:lnTo>
                  <a:pt x="284905" y="70956"/>
                </a:lnTo>
                <a:lnTo>
                  <a:pt x="286788" y="71809"/>
                </a:lnTo>
                <a:lnTo>
                  <a:pt x="289331" y="71809"/>
                </a:lnTo>
                <a:lnTo>
                  <a:pt x="291842" y="71809"/>
                </a:lnTo>
                <a:lnTo>
                  <a:pt x="293703" y="70964"/>
                </a:lnTo>
                <a:lnTo>
                  <a:pt x="294912" y="69274"/>
                </a:lnTo>
                <a:lnTo>
                  <a:pt x="296121" y="67584"/>
                </a:lnTo>
                <a:lnTo>
                  <a:pt x="296726" y="65639"/>
                </a:lnTo>
                <a:lnTo>
                  <a:pt x="296726" y="63437"/>
                </a:lnTo>
                <a:lnTo>
                  <a:pt x="296726" y="59810"/>
                </a:lnTo>
                <a:lnTo>
                  <a:pt x="296726" y="57608"/>
                </a:lnTo>
                <a:lnTo>
                  <a:pt x="296113" y="55663"/>
                </a:lnTo>
                <a:lnTo>
                  <a:pt x="294888" y="53973"/>
                </a:lnTo>
                <a:lnTo>
                  <a:pt x="293664" y="52283"/>
                </a:lnTo>
                <a:lnTo>
                  <a:pt x="291780" y="51438"/>
                </a:lnTo>
                <a:lnTo>
                  <a:pt x="289238" y="51438"/>
                </a:lnTo>
                <a:lnTo>
                  <a:pt x="286757" y="51438"/>
                </a:lnTo>
                <a:lnTo>
                  <a:pt x="284905" y="52283"/>
                </a:lnTo>
                <a:lnTo>
                  <a:pt x="283680" y="53973"/>
                </a:lnTo>
                <a:lnTo>
                  <a:pt x="282455" y="55663"/>
                </a:lnTo>
                <a:lnTo>
                  <a:pt x="281843" y="57608"/>
                </a:lnTo>
                <a:lnTo>
                  <a:pt x="281843" y="59810"/>
                </a:lnTo>
                <a:lnTo>
                  <a:pt x="281843" y="63437"/>
                </a:lnTo>
                <a:close/>
              </a:path>
              <a:path w="334010" h="98425">
                <a:moveTo>
                  <a:pt x="333654" y="48880"/>
                </a:moveTo>
                <a:lnTo>
                  <a:pt x="333654" y="49345"/>
                </a:lnTo>
                <a:lnTo>
                  <a:pt x="333654" y="56136"/>
                </a:lnTo>
                <a:lnTo>
                  <a:pt x="332894" y="62275"/>
                </a:lnTo>
                <a:lnTo>
                  <a:pt x="331375" y="67763"/>
                </a:lnTo>
                <a:lnTo>
                  <a:pt x="329855" y="73251"/>
                </a:lnTo>
                <a:lnTo>
                  <a:pt x="327917" y="78049"/>
                </a:lnTo>
                <a:lnTo>
                  <a:pt x="310911" y="98273"/>
                </a:lnTo>
                <a:lnTo>
                  <a:pt x="309097" y="93064"/>
                </a:lnTo>
                <a:lnTo>
                  <a:pt x="310926" y="91668"/>
                </a:lnTo>
                <a:lnTo>
                  <a:pt x="312771" y="89723"/>
                </a:lnTo>
                <a:lnTo>
                  <a:pt x="314631" y="87227"/>
                </a:lnTo>
                <a:lnTo>
                  <a:pt x="316492" y="84731"/>
                </a:lnTo>
                <a:lnTo>
                  <a:pt x="318213" y="81661"/>
                </a:lnTo>
                <a:lnTo>
                  <a:pt x="319794" y="78018"/>
                </a:lnTo>
                <a:lnTo>
                  <a:pt x="321375" y="74375"/>
                </a:lnTo>
                <a:lnTo>
                  <a:pt x="322647" y="70174"/>
                </a:lnTo>
                <a:lnTo>
                  <a:pt x="323608" y="65414"/>
                </a:lnTo>
                <a:lnTo>
                  <a:pt x="324569" y="60655"/>
                </a:lnTo>
                <a:lnTo>
                  <a:pt x="325049" y="55329"/>
                </a:lnTo>
                <a:lnTo>
                  <a:pt x="325049" y="49438"/>
                </a:lnTo>
                <a:lnTo>
                  <a:pt x="325049" y="48787"/>
                </a:lnTo>
                <a:lnTo>
                  <a:pt x="325049" y="42896"/>
                </a:lnTo>
                <a:lnTo>
                  <a:pt x="324538" y="37571"/>
                </a:lnTo>
                <a:lnTo>
                  <a:pt x="323515" y="32811"/>
                </a:lnTo>
                <a:lnTo>
                  <a:pt x="322491" y="28052"/>
                </a:lnTo>
                <a:lnTo>
                  <a:pt x="321166" y="23859"/>
                </a:lnTo>
                <a:lnTo>
                  <a:pt x="319538" y="20231"/>
                </a:lnTo>
                <a:lnTo>
                  <a:pt x="317910" y="16603"/>
                </a:lnTo>
                <a:lnTo>
                  <a:pt x="316174" y="13541"/>
                </a:lnTo>
                <a:lnTo>
                  <a:pt x="314329" y="11045"/>
                </a:lnTo>
                <a:lnTo>
                  <a:pt x="312484" y="8549"/>
                </a:lnTo>
                <a:lnTo>
                  <a:pt x="310740" y="6619"/>
                </a:lnTo>
                <a:lnTo>
                  <a:pt x="309097" y="5255"/>
                </a:lnTo>
                <a:lnTo>
                  <a:pt x="310911" y="0"/>
                </a:lnTo>
                <a:lnTo>
                  <a:pt x="332894" y="36005"/>
                </a:lnTo>
                <a:lnTo>
                  <a:pt x="333654" y="42121"/>
                </a:lnTo>
                <a:lnTo>
                  <a:pt x="333654" y="4888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895475" y="6234112"/>
            <a:ext cx="3702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3</a:t>
            </a:r>
            <a:r>
              <a:rPr sz="750" b="1" spc="-25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02024"/>
                </a:solidFill>
                <a:latin typeface="Roboto Bk"/>
                <a:cs typeface="Roboto Bk"/>
              </a:rPr>
              <a:t>(7.5%)</a:t>
            </a:r>
            <a:endParaRPr sz="750">
              <a:latin typeface="Roboto Bk"/>
              <a:cs typeface="Roboto B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62"/>
            <a:ext cx="6086475" cy="6124575"/>
          </a:xfrm>
          <a:custGeom>
            <a:avLst/>
            <a:gdLst/>
            <a:ahLst/>
            <a:cxnLst/>
            <a:rect l="l" t="t" r="r" b="b"/>
            <a:pathLst>
              <a:path w="6086475" h="6124575">
                <a:moveTo>
                  <a:pt x="0" y="29860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0"/>
                </a:lnTo>
                <a:lnTo>
                  <a:pt x="17606" y="24239"/>
                </a:lnTo>
                <a:lnTo>
                  <a:pt x="20923" y="20922"/>
                </a:lnTo>
                <a:lnTo>
                  <a:pt x="24240" y="17605"/>
                </a:lnTo>
                <a:lnTo>
                  <a:pt x="27848" y="14643"/>
                </a:lnTo>
                <a:lnTo>
                  <a:pt x="31748" y="12038"/>
                </a:lnTo>
                <a:lnTo>
                  <a:pt x="35649" y="9431"/>
                </a:lnTo>
                <a:lnTo>
                  <a:pt x="71437" y="0"/>
                </a:lnTo>
                <a:lnTo>
                  <a:pt x="6015037" y="0"/>
                </a:lnTo>
                <a:lnTo>
                  <a:pt x="6054725" y="12038"/>
                </a:lnTo>
                <a:lnTo>
                  <a:pt x="6058625" y="14643"/>
                </a:lnTo>
                <a:lnTo>
                  <a:pt x="6062234" y="17605"/>
                </a:lnTo>
                <a:lnTo>
                  <a:pt x="6065550" y="20922"/>
                </a:lnTo>
                <a:lnTo>
                  <a:pt x="6068867" y="24239"/>
                </a:lnTo>
                <a:lnTo>
                  <a:pt x="6071828" y="27847"/>
                </a:lnTo>
                <a:lnTo>
                  <a:pt x="6074433" y="31746"/>
                </a:lnTo>
                <a:lnTo>
                  <a:pt x="6077040" y="35647"/>
                </a:lnTo>
                <a:lnTo>
                  <a:pt x="6079241" y="39764"/>
                </a:lnTo>
                <a:lnTo>
                  <a:pt x="6081035" y="44097"/>
                </a:lnTo>
                <a:lnTo>
                  <a:pt x="6082831" y="48431"/>
                </a:lnTo>
                <a:lnTo>
                  <a:pt x="6084186" y="52899"/>
                </a:lnTo>
                <a:lnTo>
                  <a:pt x="6085101" y="57499"/>
                </a:lnTo>
                <a:lnTo>
                  <a:pt x="6086016" y="62100"/>
                </a:lnTo>
                <a:lnTo>
                  <a:pt x="6086474" y="66746"/>
                </a:lnTo>
                <a:lnTo>
                  <a:pt x="6086475" y="71437"/>
                </a:lnTo>
                <a:lnTo>
                  <a:pt x="6086475" y="2986087"/>
                </a:lnTo>
                <a:lnTo>
                  <a:pt x="6086474" y="2990777"/>
                </a:lnTo>
                <a:lnTo>
                  <a:pt x="6086016" y="2995422"/>
                </a:lnTo>
                <a:lnTo>
                  <a:pt x="6085101" y="3000023"/>
                </a:lnTo>
                <a:lnTo>
                  <a:pt x="6084186" y="3004624"/>
                </a:lnTo>
                <a:lnTo>
                  <a:pt x="6082831" y="3009090"/>
                </a:lnTo>
                <a:lnTo>
                  <a:pt x="6081035" y="3013424"/>
                </a:lnTo>
                <a:lnTo>
                  <a:pt x="6079241" y="3017757"/>
                </a:lnTo>
                <a:lnTo>
                  <a:pt x="6077040" y="3021874"/>
                </a:lnTo>
                <a:lnTo>
                  <a:pt x="6074433" y="3025775"/>
                </a:lnTo>
                <a:lnTo>
                  <a:pt x="6071828" y="3029675"/>
                </a:lnTo>
                <a:lnTo>
                  <a:pt x="6038041" y="3053881"/>
                </a:lnTo>
                <a:lnTo>
                  <a:pt x="6028973" y="3056151"/>
                </a:lnTo>
                <a:lnTo>
                  <a:pt x="6024373" y="3057066"/>
                </a:lnTo>
                <a:lnTo>
                  <a:pt x="6019728" y="3057523"/>
                </a:lnTo>
                <a:lnTo>
                  <a:pt x="6015037" y="3057525"/>
                </a:lnTo>
                <a:lnTo>
                  <a:pt x="71437" y="3057525"/>
                </a:lnTo>
                <a:lnTo>
                  <a:pt x="66746" y="3057523"/>
                </a:lnTo>
                <a:lnTo>
                  <a:pt x="62101" y="3057066"/>
                </a:lnTo>
                <a:lnTo>
                  <a:pt x="57500" y="3056151"/>
                </a:lnTo>
                <a:lnTo>
                  <a:pt x="52900" y="3055236"/>
                </a:lnTo>
                <a:lnTo>
                  <a:pt x="17606" y="3033283"/>
                </a:lnTo>
                <a:lnTo>
                  <a:pt x="1372" y="3000023"/>
                </a:lnTo>
                <a:lnTo>
                  <a:pt x="457" y="2995422"/>
                </a:lnTo>
                <a:lnTo>
                  <a:pt x="0" y="2990777"/>
                </a:lnTo>
                <a:lnTo>
                  <a:pt x="0" y="2986087"/>
                </a:lnTo>
                <a:close/>
              </a:path>
              <a:path w="6086475" h="6124575">
                <a:moveTo>
                  <a:pt x="0" y="6053137"/>
                </a:moveTo>
                <a:lnTo>
                  <a:pt x="0" y="3138487"/>
                </a:lnTo>
                <a:lnTo>
                  <a:pt x="0" y="3133795"/>
                </a:lnTo>
                <a:lnTo>
                  <a:pt x="457" y="3129150"/>
                </a:lnTo>
                <a:lnTo>
                  <a:pt x="12039" y="3098796"/>
                </a:lnTo>
                <a:lnTo>
                  <a:pt x="14645" y="3094897"/>
                </a:lnTo>
                <a:lnTo>
                  <a:pt x="48433" y="3070691"/>
                </a:lnTo>
                <a:lnTo>
                  <a:pt x="66746" y="3067050"/>
                </a:lnTo>
                <a:lnTo>
                  <a:pt x="71437" y="3067050"/>
                </a:lnTo>
                <a:lnTo>
                  <a:pt x="6015037" y="3067050"/>
                </a:lnTo>
                <a:lnTo>
                  <a:pt x="6019728" y="3067050"/>
                </a:lnTo>
                <a:lnTo>
                  <a:pt x="6024373" y="3067506"/>
                </a:lnTo>
                <a:lnTo>
                  <a:pt x="6028973" y="3068421"/>
                </a:lnTo>
                <a:lnTo>
                  <a:pt x="6033574" y="3069337"/>
                </a:lnTo>
                <a:lnTo>
                  <a:pt x="6068867" y="3091289"/>
                </a:lnTo>
                <a:lnTo>
                  <a:pt x="6074433" y="3098796"/>
                </a:lnTo>
                <a:lnTo>
                  <a:pt x="6077040" y="3102696"/>
                </a:lnTo>
                <a:lnTo>
                  <a:pt x="6079241" y="3106813"/>
                </a:lnTo>
                <a:lnTo>
                  <a:pt x="6081035" y="3111147"/>
                </a:lnTo>
                <a:lnTo>
                  <a:pt x="6082831" y="3115481"/>
                </a:lnTo>
                <a:lnTo>
                  <a:pt x="6084186" y="3119949"/>
                </a:lnTo>
                <a:lnTo>
                  <a:pt x="6085101" y="3124549"/>
                </a:lnTo>
                <a:lnTo>
                  <a:pt x="6086016" y="3129150"/>
                </a:lnTo>
                <a:lnTo>
                  <a:pt x="6086474" y="3133795"/>
                </a:lnTo>
                <a:lnTo>
                  <a:pt x="6086475" y="3138487"/>
                </a:lnTo>
                <a:lnTo>
                  <a:pt x="6086475" y="6053137"/>
                </a:lnTo>
                <a:lnTo>
                  <a:pt x="6086474" y="6057826"/>
                </a:lnTo>
                <a:lnTo>
                  <a:pt x="6086016" y="6062471"/>
                </a:lnTo>
                <a:lnTo>
                  <a:pt x="6085101" y="6067071"/>
                </a:lnTo>
                <a:lnTo>
                  <a:pt x="6084186" y="6071672"/>
                </a:lnTo>
                <a:lnTo>
                  <a:pt x="6082831" y="6076139"/>
                </a:lnTo>
                <a:lnTo>
                  <a:pt x="6081035" y="6080473"/>
                </a:lnTo>
                <a:lnTo>
                  <a:pt x="6079241" y="6084806"/>
                </a:lnTo>
                <a:lnTo>
                  <a:pt x="6077040" y="6088923"/>
                </a:lnTo>
                <a:lnTo>
                  <a:pt x="6074433" y="6092823"/>
                </a:lnTo>
                <a:lnTo>
                  <a:pt x="6071828" y="6096724"/>
                </a:lnTo>
                <a:lnTo>
                  <a:pt x="6068867" y="6100332"/>
                </a:lnTo>
                <a:lnTo>
                  <a:pt x="6065550" y="6103649"/>
                </a:lnTo>
                <a:lnTo>
                  <a:pt x="6062234" y="6106966"/>
                </a:lnTo>
                <a:lnTo>
                  <a:pt x="6028973" y="6123200"/>
                </a:lnTo>
                <a:lnTo>
                  <a:pt x="6024373" y="6124116"/>
                </a:lnTo>
                <a:lnTo>
                  <a:pt x="6019728" y="6124575"/>
                </a:lnTo>
                <a:lnTo>
                  <a:pt x="6015037" y="6124575"/>
                </a:lnTo>
                <a:lnTo>
                  <a:pt x="71437" y="6124575"/>
                </a:lnTo>
                <a:lnTo>
                  <a:pt x="66746" y="6124575"/>
                </a:lnTo>
                <a:lnTo>
                  <a:pt x="62101" y="6124116"/>
                </a:lnTo>
                <a:lnTo>
                  <a:pt x="57500" y="6123200"/>
                </a:lnTo>
                <a:lnTo>
                  <a:pt x="52900" y="6122285"/>
                </a:lnTo>
                <a:lnTo>
                  <a:pt x="20923" y="6103649"/>
                </a:lnTo>
                <a:lnTo>
                  <a:pt x="17606" y="6100332"/>
                </a:lnTo>
                <a:lnTo>
                  <a:pt x="5437" y="6080473"/>
                </a:lnTo>
                <a:lnTo>
                  <a:pt x="3642" y="6076139"/>
                </a:lnTo>
                <a:lnTo>
                  <a:pt x="2287" y="6071672"/>
                </a:lnTo>
                <a:lnTo>
                  <a:pt x="1372" y="6067071"/>
                </a:lnTo>
                <a:lnTo>
                  <a:pt x="457" y="6062471"/>
                </a:lnTo>
                <a:lnTo>
                  <a:pt x="0" y="6057826"/>
                </a:lnTo>
                <a:lnTo>
                  <a:pt x="0" y="605313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421023"/>
            <a:ext cx="741680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1-</a:t>
            </a:r>
            <a:r>
              <a:rPr sz="1300" spc="29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Age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488073"/>
            <a:ext cx="761365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2-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Gender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0900" y="1127125"/>
            <a:ext cx="3171825" cy="2286000"/>
            <a:chOff x="850900" y="1127125"/>
            <a:chExt cx="3171825" cy="2286000"/>
          </a:xfrm>
        </p:grpSpPr>
        <p:sp>
          <p:nvSpPr>
            <p:cNvPr id="8" name="object 8"/>
            <p:cNvSpPr/>
            <p:nvPr/>
          </p:nvSpPr>
          <p:spPr>
            <a:xfrm>
              <a:off x="850900" y="1127125"/>
              <a:ext cx="3171825" cy="2286000"/>
            </a:xfrm>
            <a:custGeom>
              <a:avLst/>
              <a:gdLst/>
              <a:ahLst/>
              <a:cxnLst/>
              <a:rect l="l" t="t" r="r" b="b"/>
              <a:pathLst>
                <a:path w="3171825" h="2286000">
                  <a:moveTo>
                    <a:pt x="3171825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51000" y="1708150"/>
              <a:ext cx="1581150" cy="295275"/>
            </a:xfrm>
            <a:custGeom>
              <a:avLst/>
              <a:gdLst/>
              <a:ahLst/>
              <a:cxnLst/>
              <a:rect l="l" t="t" r="r" b="b"/>
              <a:pathLst>
                <a:path w="1581150" h="295275">
                  <a:moveTo>
                    <a:pt x="1581150" y="295275"/>
                  </a:moveTo>
                  <a:lnTo>
                    <a:pt x="0" y="295275"/>
                  </a:lnTo>
                  <a:lnTo>
                    <a:pt x="0" y="0"/>
                  </a:lnTo>
                  <a:lnTo>
                    <a:pt x="1581150" y="0"/>
                  </a:lnTo>
                  <a:lnTo>
                    <a:pt x="1581150" y="295275"/>
                  </a:lnTo>
                  <a:close/>
                </a:path>
              </a:pathLst>
            </a:custGeom>
            <a:solidFill>
              <a:srgbClr val="87B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32150" y="185102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1143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14300" y="95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51000" y="1222375"/>
            <a:ext cx="609600" cy="304800"/>
            <a:chOff x="1651000" y="1222375"/>
            <a:chExt cx="609600" cy="304800"/>
          </a:xfrm>
        </p:grpSpPr>
        <p:sp>
          <p:nvSpPr>
            <p:cNvPr id="12" name="object 12"/>
            <p:cNvSpPr/>
            <p:nvPr/>
          </p:nvSpPr>
          <p:spPr>
            <a:xfrm>
              <a:off x="1651000" y="1222375"/>
              <a:ext cx="142875" cy="304800"/>
            </a:xfrm>
            <a:custGeom>
              <a:avLst/>
              <a:gdLst/>
              <a:ahLst/>
              <a:cxnLst/>
              <a:rect l="l" t="t" r="r" b="b"/>
              <a:pathLst>
                <a:path w="142875" h="304800">
                  <a:moveTo>
                    <a:pt x="142875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142875" y="0"/>
                  </a:lnTo>
                  <a:lnTo>
                    <a:pt x="142875" y="304800"/>
                  </a:lnTo>
                  <a:close/>
                </a:path>
              </a:pathLst>
            </a:custGeom>
            <a:solidFill>
              <a:srgbClr val="87B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93875" y="137477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1143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14300" y="95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12593" y="1331698"/>
              <a:ext cx="334010" cy="98425"/>
            </a:xfrm>
            <a:custGeom>
              <a:avLst/>
              <a:gdLst/>
              <a:ahLst/>
              <a:cxnLst/>
              <a:rect l="l" t="t" r="r" b="b"/>
              <a:pathLst>
                <a:path w="334010" h="98425">
                  <a:moveTo>
                    <a:pt x="13766" y="45392"/>
                  </a:moveTo>
                  <a:lnTo>
                    <a:pt x="13766" y="38323"/>
                  </a:lnTo>
                  <a:lnTo>
                    <a:pt x="20091" y="38323"/>
                  </a:lnTo>
                  <a:lnTo>
                    <a:pt x="24525" y="38292"/>
                  </a:lnTo>
                  <a:lnTo>
                    <a:pt x="27827" y="37176"/>
                  </a:lnTo>
                  <a:lnTo>
                    <a:pt x="29998" y="34974"/>
                  </a:lnTo>
                  <a:lnTo>
                    <a:pt x="32168" y="32773"/>
                  </a:lnTo>
                  <a:lnTo>
                    <a:pt x="33253" y="30029"/>
                  </a:lnTo>
                  <a:lnTo>
                    <a:pt x="33253" y="26742"/>
                  </a:lnTo>
                  <a:lnTo>
                    <a:pt x="33253" y="18805"/>
                  </a:lnTo>
                  <a:lnTo>
                    <a:pt x="29316" y="14836"/>
                  </a:lnTo>
                  <a:lnTo>
                    <a:pt x="21440" y="14836"/>
                  </a:lnTo>
                  <a:lnTo>
                    <a:pt x="17781" y="14836"/>
                  </a:lnTo>
                  <a:lnTo>
                    <a:pt x="14820" y="15882"/>
                  </a:lnTo>
                  <a:lnTo>
                    <a:pt x="12557" y="17975"/>
                  </a:lnTo>
                  <a:lnTo>
                    <a:pt x="10293" y="20068"/>
                  </a:lnTo>
                  <a:lnTo>
                    <a:pt x="9162" y="22882"/>
                  </a:lnTo>
                  <a:lnTo>
                    <a:pt x="9162" y="26416"/>
                  </a:lnTo>
                  <a:lnTo>
                    <a:pt x="558" y="26416"/>
                  </a:lnTo>
                  <a:lnTo>
                    <a:pt x="558" y="21239"/>
                  </a:lnTo>
                  <a:lnTo>
                    <a:pt x="2472" y="16836"/>
                  </a:lnTo>
                  <a:lnTo>
                    <a:pt x="6301" y="13208"/>
                  </a:lnTo>
                  <a:lnTo>
                    <a:pt x="10131" y="9580"/>
                  </a:lnTo>
                  <a:lnTo>
                    <a:pt x="15177" y="7766"/>
                  </a:lnTo>
                  <a:lnTo>
                    <a:pt x="21440" y="7766"/>
                  </a:lnTo>
                  <a:lnTo>
                    <a:pt x="27548" y="7766"/>
                  </a:lnTo>
                  <a:lnTo>
                    <a:pt x="32486" y="9387"/>
                  </a:lnTo>
                  <a:lnTo>
                    <a:pt x="36253" y="12627"/>
                  </a:lnTo>
                  <a:lnTo>
                    <a:pt x="40020" y="15867"/>
                  </a:lnTo>
                  <a:lnTo>
                    <a:pt x="41904" y="20634"/>
                  </a:lnTo>
                  <a:lnTo>
                    <a:pt x="41904" y="26928"/>
                  </a:lnTo>
                  <a:lnTo>
                    <a:pt x="41904" y="29440"/>
                  </a:lnTo>
                  <a:lnTo>
                    <a:pt x="41059" y="32122"/>
                  </a:lnTo>
                  <a:lnTo>
                    <a:pt x="39369" y="34974"/>
                  </a:lnTo>
                  <a:lnTo>
                    <a:pt x="37679" y="37827"/>
                  </a:lnTo>
                  <a:lnTo>
                    <a:pt x="34974" y="40044"/>
                  </a:lnTo>
                  <a:lnTo>
                    <a:pt x="31253" y="41625"/>
                  </a:lnTo>
                  <a:lnTo>
                    <a:pt x="35749" y="43082"/>
                  </a:lnTo>
                  <a:lnTo>
                    <a:pt x="38819" y="45330"/>
                  </a:lnTo>
                  <a:lnTo>
                    <a:pt x="40462" y="48369"/>
                  </a:lnTo>
                  <a:lnTo>
                    <a:pt x="42105" y="51407"/>
                  </a:lnTo>
                  <a:lnTo>
                    <a:pt x="42927" y="54461"/>
                  </a:lnTo>
                  <a:lnTo>
                    <a:pt x="42927" y="57531"/>
                  </a:lnTo>
                  <a:lnTo>
                    <a:pt x="42927" y="63856"/>
                  </a:lnTo>
                  <a:lnTo>
                    <a:pt x="40881" y="68739"/>
                  </a:lnTo>
                  <a:lnTo>
                    <a:pt x="36788" y="72181"/>
                  </a:lnTo>
                  <a:lnTo>
                    <a:pt x="32695" y="75623"/>
                  </a:lnTo>
                  <a:lnTo>
                    <a:pt x="27595" y="77344"/>
                  </a:lnTo>
                  <a:lnTo>
                    <a:pt x="21487" y="77344"/>
                  </a:lnTo>
                  <a:lnTo>
                    <a:pt x="15595" y="77344"/>
                  </a:lnTo>
                  <a:lnTo>
                    <a:pt x="10542" y="75708"/>
                  </a:lnTo>
                  <a:lnTo>
                    <a:pt x="6325" y="72437"/>
                  </a:lnTo>
                  <a:lnTo>
                    <a:pt x="2108" y="69166"/>
                  </a:lnTo>
                  <a:lnTo>
                    <a:pt x="0" y="64523"/>
                  </a:lnTo>
                  <a:lnTo>
                    <a:pt x="0" y="58508"/>
                  </a:lnTo>
                  <a:lnTo>
                    <a:pt x="8604" y="58508"/>
                  </a:lnTo>
                  <a:lnTo>
                    <a:pt x="8604" y="62073"/>
                  </a:lnTo>
                  <a:lnTo>
                    <a:pt x="9759" y="64926"/>
                  </a:lnTo>
                  <a:lnTo>
                    <a:pt x="12069" y="67065"/>
                  </a:lnTo>
                  <a:lnTo>
                    <a:pt x="14378" y="69205"/>
                  </a:lnTo>
                  <a:lnTo>
                    <a:pt x="17518" y="70274"/>
                  </a:lnTo>
                  <a:lnTo>
                    <a:pt x="21487" y="70274"/>
                  </a:lnTo>
                  <a:lnTo>
                    <a:pt x="25424" y="70274"/>
                  </a:lnTo>
                  <a:lnTo>
                    <a:pt x="28540" y="69236"/>
                  </a:lnTo>
                  <a:lnTo>
                    <a:pt x="30835" y="67158"/>
                  </a:lnTo>
                  <a:lnTo>
                    <a:pt x="33129" y="65081"/>
                  </a:lnTo>
                  <a:lnTo>
                    <a:pt x="34276" y="61934"/>
                  </a:lnTo>
                  <a:lnTo>
                    <a:pt x="34276" y="57717"/>
                  </a:lnTo>
                  <a:lnTo>
                    <a:pt x="34276" y="53500"/>
                  </a:lnTo>
                  <a:lnTo>
                    <a:pt x="32974" y="50392"/>
                  </a:lnTo>
                  <a:lnTo>
                    <a:pt x="30370" y="48392"/>
                  </a:lnTo>
                  <a:lnTo>
                    <a:pt x="27765" y="46392"/>
                  </a:lnTo>
                  <a:lnTo>
                    <a:pt x="24277" y="45392"/>
                  </a:lnTo>
                  <a:lnTo>
                    <a:pt x="19905" y="45392"/>
                  </a:lnTo>
                  <a:lnTo>
                    <a:pt x="13766" y="45392"/>
                  </a:lnTo>
                  <a:close/>
                </a:path>
                <a:path w="334010" h="98425">
                  <a:moveTo>
                    <a:pt x="78971" y="48880"/>
                  </a:moveTo>
                  <a:lnTo>
                    <a:pt x="78971" y="39889"/>
                  </a:lnTo>
                  <a:lnTo>
                    <a:pt x="80258" y="32029"/>
                  </a:lnTo>
                  <a:lnTo>
                    <a:pt x="101714" y="0"/>
                  </a:lnTo>
                  <a:lnTo>
                    <a:pt x="103528" y="5674"/>
                  </a:lnTo>
                  <a:lnTo>
                    <a:pt x="99869" y="8433"/>
                  </a:lnTo>
                  <a:lnTo>
                    <a:pt x="96296" y="13355"/>
                  </a:lnTo>
                  <a:lnTo>
                    <a:pt x="87576" y="49438"/>
                  </a:lnTo>
                  <a:lnTo>
                    <a:pt x="87903" y="57842"/>
                  </a:lnTo>
                  <a:lnTo>
                    <a:pt x="103528" y="93064"/>
                  </a:lnTo>
                  <a:lnTo>
                    <a:pt x="101714" y="98273"/>
                  </a:lnTo>
                  <a:lnTo>
                    <a:pt x="80258" y="66329"/>
                  </a:lnTo>
                  <a:lnTo>
                    <a:pt x="78971" y="58275"/>
                  </a:lnTo>
                  <a:lnTo>
                    <a:pt x="78971" y="48880"/>
                  </a:lnTo>
                  <a:close/>
                </a:path>
                <a:path w="334010" h="98425">
                  <a:moveTo>
                    <a:pt x="154734" y="8697"/>
                  </a:moveTo>
                  <a:lnTo>
                    <a:pt x="154734" y="13534"/>
                  </a:lnTo>
                  <a:lnTo>
                    <a:pt x="126689" y="76413"/>
                  </a:lnTo>
                  <a:lnTo>
                    <a:pt x="117620" y="76413"/>
                  </a:lnTo>
                  <a:lnTo>
                    <a:pt x="145619" y="15766"/>
                  </a:lnTo>
                  <a:lnTo>
                    <a:pt x="108970" y="15766"/>
                  </a:lnTo>
                  <a:lnTo>
                    <a:pt x="108970" y="8697"/>
                  </a:lnTo>
                  <a:lnTo>
                    <a:pt x="154734" y="8697"/>
                  </a:lnTo>
                  <a:close/>
                </a:path>
                <a:path w="334010" h="98425">
                  <a:moveTo>
                    <a:pt x="165571" y="71856"/>
                  </a:moveTo>
                  <a:lnTo>
                    <a:pt x="165571" y="70398"/>
                  </a:lnTo>
                  <a:lnTo>
                    <a:pt x="166028" y="69166"/>
                  </a:lnTo>
                  <a:lnTo>
                    <a:pt x="166943" y="68158"/>
                  </a:lnTo>
                  <a:lnTo>
                    <a:pt x="167857" y="67150"/>
                  </a:lnTo>
                  <a:lnTo>
                    <a:pt x="169183" y="66647"/>
                  </a:lnTo>
                  <a:lnTo>
                    <a:pt x="170919" y="66647"/>
                  </a:lnTo>
                  <a:lnTo>
                    <a:pt x="172656" y="66647"/>
                  </a:lnTo>
                  <a:lnTo>
                    <a:pt x="173981" y="67150"/>
                  </a:lnTo>
                  <a:lnTo>
                    <a:pt x="174896" y="68158"/>
                  </a:lnTo>
                  <a:lnTo>
                    <a:pt x="175810" y="69166"/>
                  </a:lnTo>
                  <a:lnTo>
                    <a:pt x="176268" y="70398"/>
                  </a:lnTo>
                  <a:lnTo>
                    <a:pt x="176268" y="71856"/>
                  </a:lnTo>
                  <a:lnTo>
                    <a:pt x="176268" y="73282"/>
                  </a:lnTo>
                  <a:lnTo>
                    <a:pt x="175810" y="74491"/>
                  </a:lnTo>
                  <a:lnTo>
                    <a:pt x="174896" y="75483"/>
                  </a:lnTo>
                  <a:lnTo>
                    <a:pt x="173981" y="76475"/>
                  </a:lnTo>
                  <a:lnTo>
                    <a:pt x="172656" y="76972"/>
                  </a:lnTo>
                  <a:lnTo>
                    <a:pt x="170919" y="76972"/>
                  </a:lnTo>
                  <a:lnTo>
                    <a:pt x="169183" y="76972"/>
                  </a:lnTo>
                  <a:lnTo>
                    <a:pt x="167857" y="76475"/>
                  </a:lnTo>
                  <a:lnTo>
                    <a:pt x="166943" y="75483"/>
                  </a:lnTo>
                  <a:lnTo>
                    <a:pt x="166028" y="74491"/>
                  </a:lnTo>
                  <a:lnTo>
                    <a:pt x="165571" y="73282"/>
                  </a:lnTo>
                  <a:lnTo>
                    <a:pt x="165571" y="71856"/>
                  </a:lnTo>
                  <a:close/>
                </a:path>
                <a:path w="334010" h="98425">
                  <a:moveTo>
                    <a:pt x="200499" y="44183"/>
                  </a:moveTo>
                  <a:lnTo>
                    <a:pt x="193616" y="42416"/>
                  </a:lnTo>
                  <a:lnTo>
                    <a:pt x="197011" y="8697"/>
                  </a:lnTo>
                  <a:lnTo>
                    <a:pt x="231753" y="8697"/>
                  </a:lnTo>
                  <a:lnTo>
                    <a:pt x="231753" y="16650"/>
                  </a:lnTo>
                  <a:lnTo>
                    <a:pt x="204313" y="16650"/>
                  </a:lnTo>
                  <a:lnTo>
                    <a:pt x="202266" y="35067"/>
                  </a:lnTo>
                  <a:lnTo>
                    <a:pt x="205677" y="33114"/>
                  </a:lnTo>
                  <a:lnTo>
                    <a:pt x="209444" y="32137"/>
                  </a:lnTo>
                  <a:lnTo>
                    <a:pt x="213568" y="32137"/>
                  </a:lnTo>
                  <a:lnTo>
                    <a:pt x="219800" y="32137"/>
                  </a:lnTo>
                  <a:lnTo>
                    <a:pt x="224722" y="34191"/>
                  </a:lnTo>
                  <a:lnTo>
                    <a:pt x="228334" y="38299"/>
                  </a:lnTo>
                  <a:lnTo>
                    <a:pt x="231947" y="42408"/>
                  </a:lnTo>
                  <a:lnTo>
                    <a:pt x="233753" y="47919"/>
                  </a:lnTo>
                  <a:lnTo>
                    <a:pt x="233753" y="54833"/>
                  </a:lnTo>
                  <a:lnTo>
                    <a:pt x="233753" y="61314"/>
                  </a:lnTo>
                  <a:lnTo>
                    <a:pt x="231985" y="66685"/>
                  </a:lnTo>
                  <a:lnTo>
                    <a:pt x="228451" y="70949"/>
                  </a:lnTo>
                  <a:lnTo>
                    <a:pt x="224916" y="75212"/>
                  </a:lnTo>
                  <a:lnTo>
                    <a:pt x="219537" y="77344"/>
                  </a:lnTo>
                  <a:lnTo>
                    <a:pt x="212312" y="77344"/>
                  </a:lnTo>
                  <a:lnTo>
                    <a:pt x="206824" y="77344"/>
                  </a:lnTo>
                  <a:lnTo>
                    <a:pt x="202080" y="75801"/>
                  </a:lnTo>
                  <a:lnTo>
                    <a:pt x="198080" y="72716"/>
                  </a:lnTo>
                  <a:lnTo>
                    <a:pt x="194081" y="69631"/>
                  </a:lnTo>
                  <a:lnTo>
                    <a:pt x="191771" y="64926"/>
                  </a:lnTo>
                  <a:lnTo>
                    <a:pt x="191151" y="58601"/>
                  </a:lnTo>
                  <a:lnTo>
                    <a:pt x="199336" y="58601"/>
                  </a:lnTo>
                  <a:lnTo>
                    <a:pt x="200421" y="66383"/>
                  </a:lnTo>
                  <a:lnTo>
                    <a:pt x="204747" y="70274"/>
                  </a:lnTo>
                  <a:lnTo>
                    <a:pt x="212312" y="70274"/>
                  </a:lnTo>
                  <a:lnTo>
                    <a:pt x="216374" y="70274"/>
                  </a:lnTo>
                  <a:lnTo>
                    <a:pt x="219521" y="68895"/>
                  </a:lnTo>
                  <a:lnTo>
                    <a:pt x="221753" y="66135"/>
                  </a:lnTo>
                  <a:lnTo>
                    <a:pt x="223986" y="63375"/>
                  </a:lnTo>
                  <a:lnTo>
                    <a:pt x="225102" y="59639"/>
                  </a:lnTo>
                  <a:lnTo>
                    <a:pt x="225102" y="54926"/>
                  </a:lnTo>
                  <a:lnTo>
                    <a:pt x="225102" y="50679"/>
                  </a:lnTo>
                  <a:lnTo>
                    <a:pt x="223932" y="47105"/>
                  </a:lnTo>
                  <a:lnTo>
                    <a:pt x="221591" y="44206"/>
                  </a:lnTo>
                  <a:lnTo>
                    <a:pt x="219250" y="41307"/>
                  </a:lnTo>
                  <a:lnTo>
                    <a:pt x="215909" y="39858"/>
                  </a:lnTo>
                  <a:lnTo>
                    <a:pt x="211568" y="39858"/>
                  </a:lnTo>
                  <a:lnTo>
                    <a:pt x="208684" y="39858"/>
                  </a:lnTo>
                  <a:lnTo>
                    <a:pt x="206499" y="40245"/>
                  </a:lnTo>
                  <a:lnTo>
                    <a:pt x="205010" y="41020"/>
                  </a:lnTo>
                  <a:lnTo>
                    <a:pt x="203522" y="41795"/>
                  </a:lnTo>
                  <a:lnTo>
                    <a:pt x="202018" y="42850"/>
                  </a:lnTo>
                  <a:lnTo>
                    <a:pt x="200499" y="44183"/>
                  </a:lnTo>
                  <a:close/>
                </a:path>
                <a:path w="334010" h="98425">
                  <a:moveTo>
                    <a:pt x="242403" y="21719"/>
                  </a:moveTo>
                  <a:lnTo>
                    <a:pt x="242403" y="17874"/>
                  </a:lnTo>
                  <a:lnTo>
                    <a:pt x="243643" y="14580"/>
                  </a:lnTo>
                  <a:lnTo>
                    <a:pt x="246124" y="11836"/>
                  </a:lnTo>
                  <a:lnTo>
                    <a:pt x="248605" y="9092"/>
                  </a:lnTo>
                  <a:lnTo>
                    <a:pt x="251984" y="7720"/>
                  </a:lnTo>
                  <a:lnTo>
                    <a:pt x="256263" y="7720"/>
                  </a:lnTo>
                  <a:lnTo>
                    <a:pt x="260604" y="7720"/>
                  </a:lnTo>
                  <a:lnTo>
                    <a:pt x="264007" y="9092"/>
                  </a:lnTo>
                  <a:lnTo>
                    <a:pt x="266472" y="11836"/>
                  </a:lnTo>
                  <a:lnTo>
                    <a:pt x="268937" y="14580"/>
                  </a:lnTo>
                  <a:lnTo>
                    <a:pt x="270169" y="17874"/>
                  </a:lnTo>
                  <a:lnTo>
                    <a:pt x="270169" y="21719"/>
                  </a:lnTo>
                  <a:lnTo>
                    <a:pt x="270169" y="25300"/>
                  </a:lnTo>
                  <a:lnTo>
                    <a:pt x="270169" y="29083"/>
                  </a:lnTo>
                  <a:lnTo>
                    <a:pt x="268944" y="32346"/>
                  </a:lnTo>
                  <a:lnTo>
                    <a:pt x="266495" y="35090"/>
                  </a:lnTo>
                  <a:lnTo>
                    <a:pt x="264045" y="37834"/>
                  </a:lnTo>
                  <a:lnTo>
                    <a:pt x="260666" y="39206"/>
                  </a:lnTo>
                  <a:lnTo>
                    <a:pt x="256356" y="39206"/>
                  </a:lnTo>
                  <a:lnTo>
                    <a:pt x="252046" y="39206"/>
                  </a:lnTo>
                  <a:lnTo>
                    <a:pt x="248643" y="37834"/>
                  </a:lnTo>
                  <a:lnTo>
                    <a:pt x="246147" y="35090"/>
                  </a:lnTo>
                  <a:lnTo>
                    <a:pt x="243651" y="32346"/>
                  </a:lnTo>
                  <a:lnTo>
                    <a:pt x="242403" y="29083"/>
                  </a:lnTo>
                  <a:lnTo>
                    <a:pt x="242403" y="25300"/>
                  </a:lnTo>
                  <a:lnTo>
                    <a:pt x="242403" y="21719"/>
                  </a:lnTo>
                  <a:close/>
                </a:path>
                <a:path w="334010" h="98425">
                  <a:moveTo>
                    <a:pt x="248868" y="25300"/>
                  </a:moveTo>
                  <a:lnTo>
                    <a:pt x="248868" y="27440"/>
                  </a:lnTo>
                  <a:lnTo>
                    <a:pt x="249480" y="29362"/>
                  </a:lnTo>
                  <a:lnTo>
                    <a:pt x="250705" y="31067"/>
                  </a:lnTo>
                  <a:lnTo>
                    <a:pt x="251930" y="32773"/>
                  </a:lnTo>
                  <a:lnTo>
                    <a:pt x="253814" y="33625"/>
                  </a:lnTo>
                  <a:lnTo>
                    <a:pt x="256356" y="33625"/>
                  </a:lnTo>
                  <a:lnTo>
                    <a:pt x="258836" y="33625"/>
                  </a:lnTo>
                  <a:lnTo>
                    <a:pt x="260681" y="32780"/>
                  </a:lnTo>
                  <a:lnTo>
                    <a:pt x="261890" y="31091"/>
                  </a:lnTo>
                  <a:lnTo>
                    <a:pt x="263100" y="29401"/>
                  </a:lnTo>
                  <a:lnTo>
                    <a:pt x="263704" y="27471"/>
                  </a:lnTo>
                  <a:lnTo>
                    <a:pt x="263704" y="25300"/>
                  </a:lnTo>
                  <a:lnTo>
                    <a:pt x="263704" y="21719"/>
                  </a:lnTo>
                  <a:lnTo>
                    <a:pt x="263704" y="19549"/>
                  </a:lnTo>
                  <a:lnTo>
                    <a:pt x="263092" y="17603"/>
                  </a:lnTo>
                  <a:lnTo>
                    <a:pt x="261867" y="15882"/>
                  </a:lnTo>
                  <a:lnTo>
                    <a:pt x="260642" y="14161"/>
                  </a:lnTo>
                  <a:lnTo>
                    <a:pt x="258774" y="13301"/>
                  </a:lnTo>
                  <a:lnTo>
                    <a:pt x="256263" y="13301"/>
                  </a:lnTo>
                  <a:lnTo>
                    <a:pt x="253782" y="13301"/>
                  </a:lnTo>
                  <a:lnTo>
                    <a:pt x="251930" y="14161"/>
                  </a:lnTo>
                  <a:lnTo>
                    <a:pt x="250705" y="15882"/>
                  </a:lnTo>
                  <a:lnTo>
                    <a:pt x="249480" y="17603"/>
                  </a:lnTo>
                  <a:lnTo>
                    <a:pt x="248868" y="19549"/>
                  </a:lnTo>
                  <a:lnTo>
                    <a:pt x="248868" y="21719"/>
                  </a:lnTo>
                  <a:lnTo>
                    <a:pt x="248868" y="25300"/>
                  </a:lnTo>
                  <a:close/>
                </a:path>
                <a:path w="334010" h="98425">
                  <a:moveTo>
                    <a:pt x="291377" y="18324"/>
                  </a:moveTo>
                  <a:lnTo>
                    <a:pt x="258309" y="71251"/>
                  </a:lnTo>
                  <a:lnTo>
                    <a:pt x="253472" y="68181"/>
                  </a:lnTo>
                  <a:lnTo>
                    <a:pt x="286540" y="15254"/>
                  </a:lnTo>
                  <a:lnTo>
                    <a:pt x="291377" y="18324"/>
                  </a:lnTo>
                  <a:close/>
                </a:path>
                <a:path w="334010" h="98425">
                  <a:moveTo>
                    <a:pt x="275378" y="59810"/>
                  </a:moveTo>
                  <a:lnTo>
                    <a:pt x="275378" y="55996"/>
                  </a:lnTo>
                  <a:lnTo>
                    <a:pt x="276618" y="52717"/>
                  </a:lnTo>
                  <a:lnTo>
                    <a:pt x="279099" y="49973"/>
                  </a:lnTo>
                  <a:lnTo>
                    <a:pt x="281579" y="47229"/>
                  </a:lnTo>
                  <a:lnTo>
                    <a:pt x="284959" y="45857"/>
                  </a:lnTo>
                  <a:lnTo>
                    <a:pt x="289238" y="45857"/>
                  </a:lnTo>
                  <a:lnTo>
                    <a:pt x="293579" y="45857"/>
                  </a:lnTo>
                  <a:lnTo>
                    <a:pt x="296981" y="47229"/>
                  </a:lnTo>
                  <a:lnTo>
                    <a:pt x="299446" y="49973"/>
                  </a:lnTo>
                  <a:lnTo>
                    <a:pt x="301911" y="52717"/>
                  </a:lnTo>
                  <a:lnTo>
                    <a:pt x="303144" y="55996"/>
                  </a:lnTo>
                  <a:lnTo>
                    <a:pt x="303144" y="59810"/>
                  </a:lnTo>
                  <a:lnTo>
                    <a:pt x="303144" y="63437"/>
                  </a:lnTo>
                  <a:lnTo>
                    <a:pt x="303144" y="67251"/>
                  </a:lnTo>
                  <a:lnTo>
                    <a:pt x="301919" y="70530"/>
                  </a:lnTo>
                  <a:lnTo>
                    <a:pt x="299470" y="73274"/>
                  </a:lnTo>
                  <a:lnTo>
                    <a:pt x="297020" y="76018"/>
                  </a:lnTo>
                  <a:lnTo>
                    <a:pt x="293640" y="77390"/>
                  </a:lnTo>
                  <a:lnTo>
                    <a:pt x="289331" y="77390"/>
                  </a:lnTo>
                  <a:lnTo>
                    <a:pt x="284990" y="77390"/>
                  </a:lnTo>
                  <a:lnTo>
                    <a:pt x="281579" y="76018"/>
                  </a:lnTo>
                  <a:lnTo>
                    <a:pt x="279099" y="73274"/>
                  </a:lnTo>
                  <a:lnTo>
                    <a:pt x="276618" y="70530"/>
                  </a:lnTo>
                  <a:lnTo>
                    <a:pt x="275378" y="67251"/>
                  </a:lnTo>
                  <a:lnTo>
                    <a:pt x="275378" y="63437"/>
                  </a:lnTo>
                  <a:lnTo>
                    <a:pt x="275378" y="59810"/>
                  </a:lnTo>
                  <a:close/>
                </a:path>
                <a:path w="334010" h="98425">
                  <a:moveTo>
                    <a:pt x="281843" y="63437"/>
                  </a:moveTo>
                  <a:lnTo>
                    <a:pt x="281843" y="65608"/>
                  </a:lnTo>
                  <a:lnTo>
                    <a:pt x="282455" y="67546"/>
                  </a:lnTo>
                  <a:lnTo>
                    <a:pt x="283680" y="69251"/>
                  </a:lnTo>
                  <a:lnTo>
                    <a:pt x="284905" y="70956"/>
                  </a:lnTo>
                  <a:lnTo>
                    <a:pt x="286788" y="71809"/>
                  </a:lnTo>
                  <a:lnTo>
                    <a:pt x="289331" y="71809"/>
                  </a:lnTo>
                  <a:lnTo>
                    <a:pt x="291842" y="71809"/>
                  </a:lnTo>
                  <a:lnTo>
                    <a:pt x="293703" y="70964"/>
                  </a:lnTo>
                  <a:lnTo>
                    <a:pt x="294912" y="69274"/>
                  </a:lnTo>
                  <a:lnTo>
                    <a:pt x="296121" y="67585"/>
                  </a:lnTo>
                  <a:lnTo>
                    <a:pt x="296726" y="65639"/>
                  </a:lnTo>
                  <a:lnTo>
                    <a:pt x="296726" y="63437"/>
                  </a:lnTo>
                  <a:lnTo>
                    <a:pt x="296726" y="59810"/>
                  </a:lnTo>
                  <a:lnTo>
                    <a:pt x="296726" y="57608"/>
                  </a:lnTo>
                  <a:lnTo>
                    <a:pt x="296113" y="55663"/>
                  </a:lnTo>
                  <a:lnTo>
                    <a:pt x="294888" y="53973"/>
                  </a:lnTo>
                  <a:lnTo>
                    <a:pt x="293664" y="52283"/>
                  </a:lnTo>
                  <a:lnTo>
                    <a:pt x="291780" y="51438"/>
                  </a:lnTo>
                  <a:lnTo>
                    <a:pt x="289238" y="51438"/>
                  </a:lnTo>
                  <a:lnTo>
                    <a:pt x="286757" y="51438"/>
                  </a:lnTo>
                  <a:lnTo>
                    <a:pt x="284905" y="52283"/>
                  </a:lnTo>
                  <a:lnTo>
                    <a:pt x="283680" y="53973"/>
                  </a:lnTo>
                  <a:lnTo>
                    <a:pt x="282455" y="55663"/>
                  </a:lnTo>
                  <a:lnTo>
                    <a:pt x="281843" y="57608"/>
                  </a:lnTo>
                  <a:lnTo>
                    <a:pt x="281843" y="59810"/>
                  </a:lnTo>
                  <a:lnTo>
                    <a:pt x="281843" y="63437"/>
                  </a:lnTo>
                  <a:close/>
                </a:path>
                <a:path w="334010" h="98425">
                  <a:moveTo>
                    <a:pt x="333654" y="48880"/>
                  </a:moveTo>
                  <a:lnTo>
                    <a:pt x="333654" y="49345"/>
                  </a:lnTo>
                  <a:lnTo>
                    <a:pt x="333654" y="56136"/>
                  </a:lnTo>
                  <a:lnTo>
                    <a:pt x="332894" y="62275"/>
                  </a:lnTo>
                  <a:lnTo>
                    <a:pt x="331375" y="67763"/>
                  </a:lnTo>
                  <a:lnTo>
                    <a:pt x="329855" y="73251"/>
                  </a:lnTo>
                  <a:lnTo>
                    <a:pt x="327917" y="78049"/>
                  </a:lnTo>
                  <a:lnTo>
                    <a:pt x="310911" y="98273"/>
                  </a:lnTo>
                  <a:lnTo>
                    <a:pt x="309097" y="93064"/>
                  </a:lnTo>
                  <a:lnTo>
                    <a:pt x="310926" y="91668"/>
                  </a:lnTo>
                  <a:lnTo>
                    <a:pt x="312771" y="89723"/>
                  </a:lnTo>
                  <a:lnTo>
                    <a:pt x="314631" y="87227"/>
                  </a:lnTo>
                  <a:lnTo>
                    <a:pt x="316492" y="84731"/>
                  </a:lnTo>
                  <a:lnTo>
                    <a:pt x="318213" y="81661"/>
                  </a:lnTo>
                  <a:lnTo>
                    <a:pt x="319794" y="78018"/>
                  </a:lnTo>
                  <a:lnTo>
                    <a:pt x="321375" y="74375"/>
                  </a:lnTo>
                  <a:lnTo>
                    <a:pt x="322647" y="70174"/>
                  </a:lnTo>
                  <a:lnTo>
                    <a:pt x="323608" y="65414"/>
                  </a:lnTo>
                  <a:lnTo>
                    <a:pt x="324569" y="60655"/>
                  </a:lnTo>
                  <a:lnTo>
                    <a:pt x="325049" y="55329"/>
                  </a:lnTo>
                  <a:lnTo>
                    <a:pt x="325049" y="49438"/>
                  </a:lnTo>
                  <a:lnTo>
                    <a:pt x="325049" y="48787"/>
                  </a:lnTo>
                  <a:lnTo>
                    <a:pt x="325049" y="42896"/>
                  </a:lnTo>
                  <a:lnTo>
                    <a:pt x="324538" y="37571"/>
                  </a:lnTo>
                  <a:lnTo>
                    <a:pt x="323515" y="32811"/>
                  </a:lnTo>
                  <a:lnTo>
                    <a:pt x="322491" y="28052"/>
                  </a:lnTo>
                  <a:lnTo>
                    <a:pt x="321166" y="23859"/>
                  </a:lnTo>
                  <a:lnTo>
                    <a:pt x="319538" y="20231"/>
                  </a:lnTo>
                  <a:lnTo>
                    <a:pt x="317910" y="16603"/>
                  </a:lnTo>
                  <a:lnTo>
                    <a:pt x="316174" y="13541"/>
                  </a:lnTo>
                  <a:lnTo>
                    <a:pt x="314329" y="11045"/>
                  </a:lnTo>
                  <a:lnTo>
                    <a:pt x="312484" y="8549"/>
                  </a:lnTo>
                  <a:lnTo>
                    <a:pt x="310740" y="6619"/>
                  </a:lnTo>
                  <a:lnTo>
                    <a:pt x="309097" y="5255"/>
                  </a:lnTo>
                  <a:lnTo>
                    <a:pt x="310911" y="0"/>
                  </a:lnTo>
                  <a:lnTo>
                    <a:pt x="332894" y="36005"/>
                  </a:lnTo>
                  <a:lnTo>
                    <a:pt x="333654" y="42121"/>
                  </a:lnTo>
                  <a:lnTo>
                    <a:pt x="333654" y="4888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51000" y="2193925"/>
            <a:ext cx="737235" cy="295275"/>
            <a:chOff x="1651000" y="2193925"/>
            <a:chExt cx="737235" cy="295275"/>
          </a:xfrm>
        </p:grpSpPr>
        <p:sp>
          <p:nvSpPr>
            <p:cNvPr id="16" name="object 16"/>
            <p:cNvSpPr/>
            <p:nvPr/>
          </p:nvSpPr>
          <p:spPr>
            <a:xfrm>
              <a:off x="1651000" y="2193925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295275" y="295275"/>
                  </a:moveTo>
                  <a:lnTo>
                    <a:pt x="0" y="295275"/>
                  </a:lnTo>
                  <a:lnTo>
                    <a:pt x="0" y="0"/>
                  </a:lnTo>
                  <a:lnTo>
                    <a:pt x="295275" y="0"/>
                  </a:lnTo>
                  <a:lnTo>
                    <a:pt x="295275" y="295275"/>
                  </a:lnTo>
                  <a:close/>
                </a:path>
              </a:pathLst>
            </a:custGeom>
            <a:solidFill>
              <a:srgbClr val="87B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46275" y="2336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1143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14300" y="95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66760" y="2293723"/>
              <a:ext cx="307340" cy="98425"/>
            </a:xfrm>
            <a:custGeom>
              <a:avLst/>
              <a:gdLst/>
              <a:ahLst/>
              <a:cxnLst/>
              <a:rect l="l" t="t" r="r" b="b"/>
              <a:pathLst>
                <a:path w="307339" h="98425">
                  <a:moveTo>
                    <a:pt x="42788" y="54322"/>
                  </a:moveTo>
                  <a:lnTo>
                    <a:pt x="42788" y="60740"/>
                  </a:lnTo>
                  <a:lnTo>
                    <a:pt x="40997" y="66182"/>
                  </a:lnTo>
                  <a:lnTo>
                    <a:pt x="37416" y="70646"/>
                  </a:lnTo>
                  <a:lnTo>
                    <a:pt x="33835" y="75111"/>
                  </a:lnTo>
                  <a:lnTo>
                    <a:pt x="28618" y="77344"/>
                  </a:lnTo>
                  <a:lnTo>
                    <a:pt x="21766" y="77344"/>
                  </a:lnTo>
                  <a:lnTo>
                    <a:pt x="16898" y="77344"/>
                  </a:lnTo>
                  <a:lnTo>
                    <a:pt x="12851" y="76049"/>
                  </a:lnTo>
                  <a:lnTo>
                    <a:pt x="9627" y="73460"/>
                  </a:lnTo>
                  <a:lnTo>
                    <a:pt x="6402" y="70871"/>
                  </a:lnTo>
                  <a:lnTo>
                    <a:pt x="3992" y="67584"/>
                  </a:lnTo>
                  <a:lnTo>
                    <a:pt x="2395" y="63600"/>
                  </a:lnTo>
                  <a:lnTo>
                    <a:pt x="798" y="59616"/>
                  </a:lnTo>
                  <a:lnTo>
                    <a:pt x="0" y="55531"/>
                  </a:lnTo>
                  <a:lnTo>
                    <a:pt x="0" y="51345"/>
                  </a:lnTo>
                  <a:lnTo>
                    <a:pt x="0" y="47299"/>
                  </a:lnTo>
                  <a:lnTo>
                    <a:pt x="0" y="40943"/>
                  </a:lnTo>
                  <a:lnTo>
                    <a:pt x="891" y="34804"/>
                  </a:lnTo>
                  <a:lnTo>
                    <a:pt x="2674" y="28881"/>
                  </a:lnTo>
                  <a:lnTo>
                    <a:pt x="4457" y="22959"/>
                  </a:lnTo>
                  <a:lnTo>
                    <a:pt x="7689" y="18099"/>
                  </a:lnTo>
                  <a:lnTo>
                    <a:pt x="12371" y="14301"/>
                  </a:lnTo>
                  <a:lnTo>
                    <a:pt x="17053" y="10503"/>
                  </a:lnTo>
                  <a:lnTo>
                    <a:pt x="23750" y="8604"/>
                  </a:lnTo>
                  <a:lnTo>
                    <a:pt x="32463" y="8604"/>
                  </a:lnTo>
                  <a:lnTo>
                    <a:pt x="33207" y="8604"/>
                  </a:lnTo>
                  <a:lnTo>
                    <a:pt x="33207" y="15906"/>
                  </a:lnTo>
                  <a:lnTo>
                    <a:pt x="27192" y="15906"/>
                  </a:lnTo>
                  <a:lnTo>
                    <a:pt x="22517" y="16960"/>
                  </a:lnTo>
                  <a:lnTo>
                    <a:pt x="8790" y="38090"/>
                  </a:lnTo>
                  <a:lnTo>
                    <a:pt x="12386" y="34028"/>
                  </a:lnTo>
                  <a:lnTo>
                    <a:pt x="17239" y="31998"/>
                  </a:lnTo>
                  <a:lnTo>
                    <a:pt x="23347" y="31998"/>
                  </a:lnTo>
                  <a:lnTo>
                    <a:pt x="27843" y="31998"/>
                  </a:lnTo>
                  <a:lnTo>
                    <a:pt x="31525" y="33083"/>
                  </a:lnTo>
                  <a:lnTo>
                    <a:pt x="42788" y="50632"/>
                  </a:lnTo>
                  <a:lnTo>
                    <a:pt x="42788" y="54322"/>
                  </a:lnTo>
                  <a:close/>
                </a:path>
                <a:path w="307339" h="98425">
                  <a:moveTo>
                    <a:pt x="8650" y="51624"/>
                  </a:moveTo>
                  <a:lnTo>
                    <a:pt x="8650" y="57639"/>
                  </a:lnTo>
                  <a:lnTo>
                    <a:pt x="9991" y="62244"/>
                  </a:lnTo>
                  <a:lnTo>
                    <a:pt x="12673" y="65437"/>
                  </a:lnTo>
                  <a:lnTo>
                    <a:pt x="15355" y="68631"/>
                  </a:lnTo>
                  <a:lnTo>
                    <a:pt x="18386" y="70228"/>
                  </a:lnTo>
                  <a:lnTo>
                    <a:pt x="21766" y="70228"/>
                  </a:lnTo>
                  <a:lnTo>
                    <a:pt x="25734" y="70228"/>
                  </a:lnTo>
                  <a:lnTo>
                    <a:pt x="28812" y="68778"/>
                  </a:lnTo>
                  <a:lnTo>
                    <a:pt x="30998" y="65879"/>
                  </a:lnTo>
                  <a:lnTo>
                    <a:pt x="33184" y="62980"/>
                  </a:lnTo>
                  <a:lnTo>
                    <a:pt x="34276" y="59267"/>
                  </a:lnTo>
                  <a:lnTo>
                    <a:pt x="34276" y="54740"/>
                  </a:lnTo>
                  <a:lnTo>
                    <a:pt x="34276" y="50710"/>
                  </a:lnTo>
                  <a:lnTo>
                    <a:pt x="33269" y="47097"/>
                  </a:lnTo>
                  <a:lnTo>
                    <a:pt x="31253" y="43904"/>
                  </a:lnTo>
                  <a:lnTo>
                    <a:pt x="29238" y="40710"/>
                  </a:lnTo>
                  <a:lnTo>
                    <a:pt x="26137" y="39113"/>
                  </a:lnTo>
                  <a:lnTo>
                    <a:pt x="21952" y="39113"/>
                  </a:lnTo>
                  <a:lnTo>
                    <a:pt x="18944" y="39113"/>
                  </a:lnTo>
                  <a:lnTo>
                    <a:pt x="16216" y="40013"/>
                  </a:lnTo>
                  <a:lnTo>
                    <a:pt x="13766" y="41811"/>
                  </a:lnTo>
                  <a:lnTo>
                    <a:pt x="11317" y="43609"/>
                  </a:lnTo>
                  <a:lnTo>
                    <a:pt x="9611" y="45795"/>
                  </a:lnTo>
                  <a:lnTo>
                    <a:pt x="8650" y="48369"/>
                  </a:lnTo>
                  <a:lnTo>
                    <a:pt x="8650" y="51624"/>
                  </a:lnTo>
                  <a:close/>
                </a:path>
                <a:path w="307339" h="98425">
                  <a:moveTo>
                    <a:pt x="77204" y="48880"/>
                  </a:moveTo>
                  <a:lnTo>
                    <a:pt x="77204" y="39889"/>
                  </a:lnTo>
                  <a:lnTo>
                    <a:pt x="78491" y="32029"/>
                  </a:lnTo>
                  <a:lnTo>
                    <a:pt x="99947" y="0"/>
                  </a:lnTo>
                  <a:lnTo>
                    <a:pt x="101761" y="5674"/>
                  </a:lnTo>
                  <a:lnTo>
                    <a:pt x="98102" y="8433"/>
                  </a:lnTo>
                  <a:lnTo>
                    <a:pt x="94529" y="13355"/>
                  </a:lnTo>
                  <a:lnTo>
                    <a:pt x="85808" y="49438"/>
                  </a:lnTo>
                  <a:lnTo>
                    <a:pt x="86135" y="57842"/>
                  </a:lnTo>
                  <a:lnTo>
                    <a:pt x="101761" y="93064"/>
                  </a:lnTo>
                  <a:lnTo>
                    <a:pt x="99947" y="98273"/>
                  </a:lnTo>
                  <a:lnTo>
                    <a:pt x="78491" y="66329"/>
                  </a:lnTo>
                  <a:lnTo>
                    <a:pt x="77204" y="58275"/>
                  </a:lnTo>
                  <a:lnTo>
                    <a:pt x="77204" y="48880"/>
                  </a:lnTo>
                  <a:close/>
                </a:path>
                <a:path w="307339" h="98425">
                  <a:moveTo>
                    <a:pt x="137479" y="8325"/>
                  </a:moveTo>
                  <a:lnTo>
                    <a:pt x="137479" y="76413"/>
                  </a:lnTo>
                  <a:lnTo>
                    <a:pt x="128875" y="76413"/>
                  </a:lnTo>
                  <a:lnTo>
                    <a:pt x="128875" y="19068"/>
                  </a:lnTo>
                  <a:lnTo>
                    <a:pt x="111528" y="25393"/>
                  </a:lnTo>
                  <a:lnTo>
                    <a:pt x="111528" y="17626"/>
                  </a:lnTo>
                  <a:lnTo>
                    <a:pt x="136131" y="8325"/>
                  </a:lnTo>
                  <a:lnTo>
                    <a:pt x="137479" y="8325"/>
                  </a:lnTo>
                  <a:close/>
                </a:path>
                <a:path w="307339" h="98425">
                  <a:moveTo>
                    <a:pt x="173617" y="44183"/>
                  </a:moveTo>
                  <a:lnTo>
                    <a:pt x="166734" y="42416"/>
                  </a:lnTo>
                  <a:lnTo>
                    <a:pt x="170129" y="8697"/>
                  </a:lnTo>
                  <a:lnTo>
                    <a:pt x="204871" y="8697"/>
                  </a:lnTo>
                  <a:lnTo>
                    <a:pt x="204871" y="16650"/>
                  </a:lnTo>
                  <a:lnTo>
                    <a:pt x="177431" y="16650"/>
                  </a:lnTo>
                  <a:lnTo>
                    <a:pt x="175384" y="35067"/>
                  </a:lnTo>
                  <a:lnTo>
                    <a:pt x="178795" y="33114"/>
                  </a:lnTo>
                  <a:lnTo>
                    <a:pt x="182562" y="32137"/>
                  </a:lnTo>
                  <a:lnTo>
                    <a:pt x="186686" y="32137"/>
                  </a:lnTo>
                  <a:lnTo>
                    <a:pt x="192918" y="32137"/>
                  </a:lnTo>
                  <a:lnTo>
                    <a:pt x="197840" y="34191"/>
                  </a:lnTo>
                  <a:lnTo>
                    <a:pt x="201452" y="38299"/>
                  </a:lnTo>
                  <a:lnTo>
                    <a:pt x="205064" y="42408"/>
                  </a:lnTo>
                  <a:lnTo>
                    <a:pt x="206871" y="47919"/>
                  </a:lnTo>
                  <a:lnTo>
                    <a:pt x="206871" y="54833"/>
                  </a:lnTo>
                  <a:lnTo>
                    <a:pt x="206871" y="61314"/>
                  </a:lnTo>
                  <a:lnTo>
                    <a:pt x="205103" y="66685"/>
                  </a:lnTo>
                  <a:lnTo>
                    <a:pt x="201569" y="70949"/>
                  </a:lnTo>
                  <a:lnTo>
                    <a:pt x="198034" y="75212"/>
                  </a:lnTo>
                  <a:lnTo>
                    <a:pt x="192654" y="77344"/>
                  </a:lnTo>
                  <a:lnTo>
                    <a:pt x="185430" y="77344"/>
                  </a:lnTo>
                  <a:lnTo>
                    <a:pt x="179942" y="77344"/>
                  </a:lnTo>
                  <a:lnTo>
                    <a:pt x="175198" y="75801"/>
                  </a:lnTo>
                  <a:lnTo>
                    <a:pt x="171198" y="72716"/>
                  </a:lnTo>
                  <a:lnTo>
                    <a:pt x="167199" y="69631"/>
                  </a:lnTo>
                  <a:lnTo>
                    <a:pt x="164889" y="64926"/>
                  </a:lnTo>
                  <a:lnTo>
                    <a:pt x="164269" y="58601"/>
                  </a:lnTo>
                  <a:lnTo>
                    <a:pt x="172454" y="58601"/>
                  </a:lnTo>
                  <a:lnTo>
                    <a:pt x="173539" y="66383"/>
                  </a:lnTo>
                  <a:lnTo>
                    <a:pt x="177865" y="70274"/>
                  </a:lnTo>
                  <a:lnTo>
                    <a:pt x="185430" y="70274"/>
                  </a:lnTo>
                  <a:lnTo>
                    <a:pt x="189492" y="70274"/>
                  </a:lnTo>
                  <a:lnTo>
                    <a:pt x="192639" y="68895"/>
                  </a:lnTo>
                  <a:lnTo>
                    <a:pt x="194871" y="66135"/>
                  </a:lnTo>
                  <a:lnTo>
                    <a:pt x="197104" y="63375"/>
                  </a:lnTo>
                  <a:lnTo>
                    <a:pt x="198220" y="59639"/>
                  </a:lnTo>
                  <a:lnTo>
                    <a:pt x="198220" y="54926"/>
                  </a:lnTo>
                  <a:lnTo>
                    <a:pt x="198220" y="50679"/>
                  </a:lnTo>
                  <a:lnTo>
                    <a:pt x="197050" y="47105"/>
                  </a:lnTo>
                  <a:lnTo>
                    <a:pt x="194709" y="44206"/>
                  </a:lnTo>
                  <a:lnTo>
                    <a:pt x="192368" y="41307"/>
                  </a:lnTo>
                  <a:lnTo>
                    <a:pt x="189027" y="39858"/>
                  </a:lnTo>
                  <a:lnTo>
                    <a:pt x="184686" y="39858"/>
                  </a:lnTo>
                  <a:lnTo>
                    <a:pt x="181802" y="39858"/>
                  </a:lnTo>
                  <a:lnTo>
                    <a:pt x="179616" y="40245"/>
                  </a:lnTo>
                  <a:lnTo>
                    <a:pt x="178128" y="41020"/>
                  </a:lnTo>
                  <a:lnTo>
                    <a:pt x="176640" y="41795"/>
                  </a:lnTo>
                  <a:lnTo>
                    <a:pt x="175136" y="42850"/>
                  </a:lnTo>
                  <a:lnTo>
                    <a:pt x="173617" y="44183"/>
                  </a:lnTo>
                  <a:close/>
                </a:path>
                <a:path w="307339" h="98425">
                  <a:moveTo>
                    <a:pt x="215521" y="21719"/>
                  </a:moveTo>
                  <a:lnTo>
                    <a:pt x="215521" y="17874"/>
                  </a:lnTo>
                  <a:lnTo>
                    <a:pt x="216761" y="14580"/>
                  </a:lnTo>
                  <a:lnTo>
                    <a:pt x="219242" y="11836"/>
                  </a:lnTo>
                  <a:lnTo>
                    <a:pt x="221722" y="9092"/>
                  </a:lnTo>
                  <a:lnTo>
                    <a:pt x="225102" y="7720"/>
                  </a:lnTo>
                  <a:lnTo>
                    <a:pt x="229381" y="7720"/>
                  </a:lnTo>
                  <a:lnTo>
                    <a:pt x="233722" y="7720"/>
                  </a:lnTo>
                  <a:lnTo>
                    <a:pt x="237125" y="9092"/>
                  </a:lnTo>
                  <a:lnTo>
                    <a:pt x="239590" y="11836"/>
                  </a:lnTo>
                  <a:lnTo>
                    <a:pt x="242054" y="14580"/>
                  </a:lnTo>
                  <a:lnTo>
                    <a:pt x="243287" y="17874"/>
                  </a:lnTo>
                  <a:lnTo>
                    <a:pt x="243287" y="21719"/>
                  </a:lnTo>
                  <a:lnTo>
                    <a:pt x="243287" y="25300"/>
                  </a:lnTo>
                  <a:lnTo>
                    <a:pt x="243287" y="29083"/>
                  </a:lnTo>
                  <a:lnTo>
                    <a:pt x="242062" y="32346"/>
                  </a:lnTo>
                  <a:lnTo>
                    <a:pt x="239613" y="35090"/>
                  </a:lnTo>
                  <a:lnTo>
                    <a:pt x="237163" y="37834"/>
                  </a:lnTo>
                  <a:lnTo>
                    <a:pt x="233784" y="39206"/>
                  </a:lnTo>
                  <a:lnTo>
                    <a:pt x="229474" y="39206"/>
                  </a:lnTo>
                  <a:lnTo>
                    <a:pt x="225164" y="39206"/>
                  </a:lnTo>
                  <a:lnTo>
                    <a:pt x="221761" y="37834"/>
                  </a:lnTo>
                  <a:lnTo>
                    <a:pt x="219265" y="35090"/>
                  </a:lnTo>
                  <a:lnTo>
                    <a:pt x="216769" y="32346"/>
                  </a:lnTo>
                  <a:lnTo>
                    <a:pt x="215521" y="29083"/>
                  </a:lnTo>
                  <a:lnTo>
                    <a:pt x="215521" y="25300"/>
                  </a:lnTo>
                  <a:lnTo>
                    <a:pt x="215521" y="21719"/>
                  </a:lnTo>
                  <a:close/>
                </a:path>
                <a:path w="307339" h="98425">
                  <a:moveTo>
                    <a:pt x="221986" y="25300"/>
                  </a:moveTo>
                  <a:lnTo>
                    <a:pt x="221986" y="27440"/>
                  </a:lnTo>
                  <a:lnTo>
                    <a:pt x="222598" y="29362"/>
                  </a:lnTo>
                  <a:lnTo>
                    <a:pt x="223823" y="31067"/>
                  </a:lnTo>
                  <a:lnTo>
                    <a:pt x="225048" y="32773"/>
                  </a:lnTo>
                  <a:lnTo>
                    <a:pt x="226931" y="33625"/>
                  </a:lnTo>
                  <a:lnTo>
                    <a:pt x="229474" y="33625"/>
                  </a:lnTo>
                  <a:lnTo>
                    <a:pt x="231954" y="33625"/>
                  </a:lnTo>
                  <a:lnTo>
                    <a:pt x="233799" y="32780"/>
                  </a:lnTo>
                  <a:lnTo>
                    <a:pt x="235008" y="31091"/>
                  </a:lnTo>
                  <a:lnTo>
                    <a:pt x="236218" y="29401"/>
                  </a:lnTo>
                  <a:lnTo>
                    <a:pt x="236822" y="27471"/>
                  </a:lnTo>
                  <a:lnTo>
                    <a:pt x="236822" y="25300"/>
                  </a:lnTo>
                  <a:lnTo>
                    <a:pt x="236822" y="21719"/>
                  </a:lnTo>
                  <a:lnTo>
                    <a:pt x="236822" y="19549"/>
                  </a:lnTo>
                  <a:lnTo>
                    <a:pt x="236210" y="17603"/>
                  </a:lnTo>
                  <a:lnTo>
                    <a:pt x="234985" y="15882"/>
                  </a:lnTo>
                  <a:lnTo>
                    <a:pt x="233760" y="14161"/>
                  </a:lnTo>
                  <a:lnTo>
                    <a:pt x="231892" y="13301"/>
                  </a:lnTo>
                  <a:lnTo>
                    <a:pt x="229381" y="13301"/>
                  </a:lnTo>
                  <a:lnTo>
                    <a:pt x="226900" y="13301"/>
                  </a:lnTo>
                  <a:lnTo>
                    <a:pt x="225048" y="14161"/>
                  </a:lnTo>
                  <a:lnTo>
                    <a:pt x="223823" y="15882"/>
                  </a:lnTo>
                  <a:lnTo>
                    <a:pt x="222598" y="17603"/>
                  </a:lnTo>
                  <a:lnTo>
                    <a:pt x="221986" y="19549"/>
                  </a:lnTo>
                  <a:lnTo>
                    <a:pt x="221986" y="21719"/>
                  </a:lnTo>
                  <a:lnTo>
                    <a:pt x="221986" y="25300"/>
                  </a:lnTo>
                  <a:close/>
                </a:path>
                <a:path w="307339" h="98425">
                  <a:moveTo>
                    <a:pt x="264495" y="18324"/>
                  </a:moveTo>
                  <a:lnTo>
                    <a:pt x="231427" y="71251"/>
                  </a:lnTo>
                  <a:lnTo>
                    <a:pt x="226590" y="68181"/>
                  </a:lnTo>
                  <a:lnTo>
                    <a:pt x="259658" y="15254"/>
                  </a:lnTo>
                  <a:lnTo>
                    <a:pt x="264495" y="18324"/>
                  </a:lnTo>
                  <a:close/>
                </a:path>
                <a:path w="307339" h="98425">
                  <a:moveTo>
                    <a:pt x="248496" y="59810"/>
                  </a:moveTo>
                  <a:lnTo>
                    <a:pt x="248496" y="55996"/>
                  </a:lnTo>
                  <a:lnTo>
                    <a:pt x="249736" y="52717"/>
                  </a:lnTo>
                  <a:lnTo>
                    <a:pt x="252217" y="49973"/>
                  </a:lnTo>
                  <a:lnTo>
                    <a:pt x="254697" y="47229"/>
                  </a:lnTo>
                  <a:lnTo>
                    <a:pt x="258077" y="45857"/>
                  </a:lnTo>
                  <a:lnTo>
                    <a:pt x="262356" y="45857"/>
                  </a:lnTo>
                  <a:lnTo>
                    <a:pt x="266696" y="45857"/>
                  </a:lnTo>
                  <a:lnTo>
                    <a:pt x="270099" y="47229"/>
                  </a:lnTo>
                  <a:lnTo>
                    <a:pt x="272564" y="49973"/>
                  </a:lnTo>
                  <a:lnTo>
                    <a:pt x="275029" y="52717"/>
                  </a:lnTo>
                  <a:lnTo>
                    <a:pt x="276262" y="55996"/>
                  </a:lnTo>
                  <a:lnTo>
                    <a:pt x="276262" y="59810"/>
                  </a:lnTo>
                  <a:lnTo>
                    <a:pt x="276262" y="63437"/>
                  </a:lnTo>
                  <a:lnTo>
                    <a:pt x="276262" y="67251"/>
                  </a:lnTo>
                  <a:lnTo>
                    <a:pt x="275037" y="70530"/>
                  </a:lnTo>
                  <a:lnTo>
                    <a:pt x="272588" y="73274"/>
                  </a:lnTo>
                  <a:lnTo>
                    <a:pt x="270138" y="76018"/>
                  </a:lnTo>
                  <a:lnTo>
                    <a:pt x="266758" y="77390"/>
                  </a:lnTo>
                  <a:lnTo>
                    <a:pt x="262449" y="77390"/>
                  </a:lnTo>
                  <a:lnTo>
                    <a:pt x="258108" y="77390"/>
                  </a:lnTo>
                  <a:lnTo>
                    <a:pt x="254697" y="76018"/>
                  </a:lnTo>
                  <a:lnTo>
                    <a:pt x="252217" y="73274"/>
                  </a:lnTo>
                  <a:lnTo>
                    <a:pt x="249736" y="70530"/>
                  </a:lnTo>
                  <a:lnTo>
                    <a:pt x="248496" y="67251"/>
                  </a:lnTo>
                  <a:lnTo>
                    <a:pt x="248496" y="63437"/>
                  </a:lnTo>
                  <a:lnTo>
                    <a:pt x="248496" y="59810"/>
                  </a:lnTo>
                  <a:close/>
                </a:path>
                <a:path w="307339" h="98425">
                  <a:moveTo>
                    <a:pt x="254961" y="63437"/>
                  </a:moveTo>
                  <a:lnTo>
                    <a:pt x="254961" y="65608"/>
                  </a:lnTo>
                  <a:lnTo>
                    <a:pt x="255573" y="67546"/>
                  </a:lnTo>
                  <a:lnTo>
                    <a:pt x="256798" y="69251"/>
                  </a:lnTo>
                  <a:lnTo>
                    <a:pt x="258023" y="70956"/>
                  </a:lnTo>
                  <a:lnTo>
                    <a:pt x="259906" y="71809"/>
                  </a:lnTo>
                  <a:lnTo>
                    <a:pt x="262449" y="71809"/>
                  </a:lnTo>
                  <a:lnTo>
                    <a:pt x="264960" y="71809"/>
                  </a:lnTo>
                  <a:lnTo>
                    <a:pt x="266820" y="70964"/>
                  </a:lnTo>
                  <a:lnTo>
                    <a:pt x="268030" y="69274"/>
                  </a:lnTo>
                  <a:lnTo>
                    <a:pt x="269239" y="67584"/>
                  </a:lnTo>
                  <a:lnTo>
                    <a:pt x="269843" y="65639"/>
                  </a:lnTo>
                  <a:lnTo>
                    <a:pt x="269843" y="63437"/>
                  </a:lnTo>
                  <a:lnTo>
                    <a:pt x="269843" y="59810"/>
                  </a:lnTo>
                  <a:lnTo>
                    <a:pt x="269843" y="57608"/>
                  </a:lnTo>
                  <a:lnTo>
                    <a:pt x="269231" y="55663"/>
                  </a:lnTo>
                  <a:lnTo>
                    <a:pt x="268006" y="53973"/>
                  </a:lnTo>
                  <a:lnTo>
                    <a:pt x="266782" y="52283"/>
                  </a:lnTo>
                  <a:lnTo>
                    <a:pt x="264898" y="51438"/>
                  </a:lnTo>
                  <a:lnTo>
                    <a:pt x="262356" y="51438"/>
                  </a:lnTo>
                  <a:lnTo>
                    <a:pt x="259875" y="51438"/>
                  </a:lnTo>
                  <a:lnTo>
                    <a:pt x="258023" y="52283"/>
                  </a:lnTo>
                  <a:lnTo>
                    <a:pt x="256798" y="53973"/>
                  </a:lnTo>
                  <a:lnTo>
                    <a:pt x="255573" y="55663"/>
                  </a:lnTo>
                  <a:lnTo>
                    <a:pt x="254961" y="57608"/>
                  </a:lnTo>
                  <a:lnTo>
                    <a:pt x="254961" y="59810"/>
                  </a:lnTo>
                  <a:lnTo>
                    <a:pt x="254961" y="63437"/>
                  </a:lnTo>
                  <a:close/>
                </a:path>
                <a:path w="307339" h="98425">
                  <a:moveTo>
                    <a:pt x="306771" y="48880"/>
                  </a:moveTo>
                  <a:lnTo>
                    <a:pt x="306771" y="49345"/>
                  </a:lnTo>
                  <a:lnTo>
                    <a:pt x="306771" y="56136"/>
                  </a:lnTo>
                  <a:lnTo>
                    <a:pt x="306012" y="62275"/>
                  </a:lnTo>
                  <a:lnTo>
                    <a:pt x="304493" y="67763"/>
                  </a:lnTo>
                  <a:lnTo>
                    <a:pt x="302973" y="73251"/>
                  </a:lnTo>
                  <a:lnTo>
                    <a:pt x="301035" y="78049"/>
                  </a:lnTo>
                  <a:lnTo>
                    <a:pt x="298679" y="82157"/>
                  </a:lnTo>
                  <a:lnTo>
                    <a:pt x="296323" y="86266"/>
                  </a:lnTo>
                  <a:lnTo>
                    <a:pt x="284029" y="98273"/>
                  </a:lnTo>
                  <a:lnTo>
                    <a:pt x="282215" y="93064"/>
                  </a:lnTo>
                  <a:lnTo>
                    <a:pt x="284044" y="91668"/>
                  </a:lnTo>
                  <a:lnTo>
                    <a:pt x="285889" y="89723"/>
                  </a:lnTo>
                  <a:lnTo>
                    <a:pt x="287749" y="87227"/>
                  </a:lnTo>
                  <a:lnTo>
                    <a:pt x="289610" y="84731"/>
                  </a:lnTo>
                  <a:lnTo>
                    <a:pt x="291331" y="81661"/>
                  </a:lnTo>
                  <a:lnTo>
                    <a:pt x="292912" y="78018"/>
                  </a:lnTo>
                  <a:lnTo>
                    <a:pt x="294493" y="74375"/>
                  </a:lnTo>
                  <a:lnTo>
                    <a:pt x="295764" y="70174"/>
                  </a:lnTo>
                  <a:lnTo>
                    <a:pt x="296726" y="65414"/>
                  </a:lnTo>
                  <a:lnTo>
                    <a:pt x="297687" y="60655"/>
                  </a:lnTo>
                  <a:lnTo>
                    <a:pt x="298167" y="55329"/>
                  </a:lnTo>
                  <a:lnTo>
                    <a:pt x="298167" y="49438"/>
                  </a:lnTo>
                  <a:lnTo>
                    <a:pt x="298167" y="48787"/>
                  </a:lnTo>
                  <a:lnTo>
                    <a:pt x="298167" y="42896"/>
                  </a:lnTo>
                  <a:lnTo>
                    <a:pt x="297656" y="37571"/>
                  </a:lnTo>
                  <a:lnTo>
                    <a:pt x="296633" y="32811"/>
                  </a:lnTo>
                  <a:lnTo>
                    <a:pt x="295609" y="28052"/>
                  </a:lnTo>
                  <a:lnTo>
                    <a:pt x="282215" y="5255"/>
                  </a:lnTo>
                  <a:lnTo>
                    <a:pt x="284029" y="0"/>
                  </a:lnTo>
                  <a:lnTo>
                    <a:pt x="298679" y="16138"/>
                  </a:lnTo>
                  <a:lnTo>
                    <a:pt x="301035" y="20262"/>
                  </a:lnTo>
                  <a:lnTo>
                    <a:pt x="302973" y="25060"/>
                  </a:lnTo>
                  <a:lnTo>
                    <a:pt x="304493" y="30533"/>
                  </a:lnTo>
                  <a:lnTo>
                    <a:pt x="306012" y="36005"/>
                  </a:lnTo>
                  <a:lnTo>
                    <a:pt x="306771" y="42121"/>
                  </a:lnTo>
                  <a:lnTo>
                    <a:pt x="306771" y="4888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689100" y="2765211"/>
            <a:ext cx="466725" cy="127000"/>
            <a:chOff x="1689100" y="2765211"/>
            <a:chExt cx="466725" cy="127000"/>
          </a:xfrm>
        </p:grpSpPr>
        <p:sp>
          <p:nvSpPr>
            <p:cNvPr id="20" name="object 20"/>
            <p:cNvSpPr/>
            <p:nvPr/>
          </p:nvSpPr>
          <p:spPr>
            <a:xfrm>
              <a:off x="1689100" y="2822575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1143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14300" y="95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11353" y="2787823"/>
              <a:ext cx="26034" cy="68580"/>
            </a:xfrm>
            <a:custGeom>
              <a:avLst/>
              <a:gdLst/>
              <a:ahLst/>
              <a:cxnLst/>
              <a:rect l="l" t="t" r="r" b="b"/>
              <a:pathLst>
                <a:path w="26035" h="68580">
                  <a:moveTo>
                    <a:pt x="25951" y="0"/>
                  </a:moveTo>
                  <a:lnTo>
                    <a:pt x="25951" y="68088"/>
                  </a:lnTo>
                  <a:lnTo>
                    <a:pt x="17347" y="68088"/>
                  </a:lnTo>
                  <a:lnTo>
                    <a:pt x="17347" y="10743"/>
                  </a:lnTo>
                  <a:lnTo>
                    <a:pt x="0" y="17068"/>
                  </a:lnTo>
                  <a:lnTo>
                    <a:pt x="0" y="9301"/>
                  </a:lnTo>
                  <a:lnTo>
                    <a:pt x="24603" y="0"/>
                  </a:lnTo>
                  <a:lnTo>
                    <a:pt x="25951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502" y="2765211"/>
              <a:ext cx="283257" cy="12684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606748" y="3100387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444444"/>
                </a:solidFill>
                <a:latin typeface="Roboto Bk"/>
                <a:cs typeface="Roboto Bk"/>
              </a:rPr>
              <a:t>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03896" y="3100387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20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27834" y="3100387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40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1929" y="1298971"/>
            <a:ext cx="407034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Under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18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2344" y="1782365"/>
            <a:ext cx="1866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+18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2344" y="2265759"/>
            <a:ext cx="1866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+35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2344" y="2749153"/>
            <a:ext cx="1866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+50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36580" y="1793661"/>
            <a:ext cx="469900" cy="127000"/>
            <a:chOff x="3336580" y="1793661"/>
            <a:chExt cx="469900" cy="127000"/>
          </a:xfrm>
        </p:grpSpPr>
        <p:sp>
          <p:nvSpPr>
            <p:cNvPr id="31" name="object 31"/>
            <p:cNvSpPr/>
            <p:nvPr/>
          </p:nvSpPr>
          <p:spPr>
            <a:xfrm>
              <a:off x="3350868" y="1815715"/>
              <a:ext cx="83185" cy="69850"/>
            </a:xfrm>
            <a:custGeom>
              <a:avLst/>
              <a:gdLst/>
              <a:ahLst/>
              <a:cxnLst/>
              <a:rect l="l" t="t" r="r" b="b"/>
              <a:pathLst>
                <a:path w="83185" h="69850">
                  <a:moveTo>
                    <a:pt x="13766" y="37625"/>
                  </a:moveTo>
                  <a:lnTo>
                    <a:pt x="13766" y="30556"/>
                  </a:lnTo>
                  <a:lnTo>
                    <a:pt x="20091" y="30556"/>
                  </a:lnTo>
                  <a:lnTo>
                    <a:pt x="24525" y="30525"/>
                  </a:lnTo>
                  <a:lnTo>
                    <a:pt x="27827" y="29409"/>
                  </a:lnTo>
                  <a:lnTo>
                    <a:pt x="29998" y="27207"/>
                  </a:lnTo>
                  <a:lnTo>
                    <a:pt x="32168" y="25006"/>
                  </a:lnTo>
                  <a:lnTo>
                    <a:pt x="33253" y="22262"/>
                  </a:lnTo>
                  <a:lnTo>
                    <a:pt x="33253" y="18975"/>
                  </a:lnTo>
                  <a:lnTo>
                    <a:pt x="33253" y="11038"/>
                  </a:lnTo>
                  <a:lnTo>
                    <a:pt x="29315" y="7069"/>
                  </a:lnTo>
                  <a:lnTo>
                    <a:pt x="21440" y="7069"/>
                  </a:lnTo>
                  <a:lnTo>
                    <a:pt x="17781" y="7069"/>
                  </a:lnTo>
                  <a:lnTo>
                    <a:pt x="14820" y="8115"/>
                  </a:lnTo>
                  <a:lnTo>
                    <a:pt x="12557" y="10208"/>
                  </a:lnTo>
                  <a:lnTo>
                    <a:pt x="10293" y="12301"/>
                  </a:lnTo>
                  <a:lnTo>
                    <a:pt x="9162" y="15115"/>
                  </a:lnTo>
                  <a:lnTo>
                    <a:pt x="9162" y="18650"/>
                  </a:lnTo>
                  <a:lnTo>
                    <a:pt x="558" y="18650"/>
                  </a:lnTo>
                  <a:lnTo>
                    <a:pt x="558" y="13472"/>
                  </a:lnTo>
                  <a:lnTo>
                    <a:pt x="2472" y="9069"/>
                  </a:lnTo>
                  <a:lnTo>
                    <a:pt x="6301" y="5441"/>
                  </a:lnTo>
                  <a:lnTo>
                    <a:pt x="10131" y="1813"/>
                  </a:lnTo>
                  <a:lnTo>
                    <a:pt x="15177" y="0"/>
                  </a:lnTo>
                  <a:lnTo>
                    <a:pt x="21440" y="0"/>
                  </a:lnTo>
                  <a:lnTo>
                    <a:pt x="27548" y="0"/>
                  </a:lnTo>
                  <a:lnTo>
                    <a:pt x="32486" y="1620"/>
                  </a:lnTo>
                  <a:lnTo>
                    <a:pt x="36253" y="4860"/>
                  </a:lnTo>
                  <a:lnTo>
                    <a:pt x="40020" y="8100"/>
                  </a:lnTo>
                  <a:lnTo>
                    <a:pt x="41904" y="12867"/>
                  </a:lnTo>
                  <a:lnTo>
                    <a:pt x="41904" y="19161"/>
                  </a:lnTo>
                  <a:lnTo>
                    <a:pt x="41904" y="21673"/>
                  </a:lnTo>
                  <a:lnTo>
                    <a:pt x="41059" y="24355"/>
                  </a:lnTo>
                  <a:lnTo>
                    <a:pt x="39369" y="27207"/>
                  </a:lnTo>
                  <a:lnTo>
                    <a:pt x="37679" y="30060"/>
                  </a:lnTo>
                  <a:lnTo>
                    <a:pt x="34974" y="32277"/>
                  </a:lnTo>
                  <a:lnTo>
                    <a:pt x="31253" y="33858"/>
                  </a:lnTo>
                  <a:lnTo>
                    <a:pt x="35749" y="35315"/>
                  </a:lnTo>
                  <a:lnTo>
                    <a:pt x="38819" y="37563"/>
                  </a:lnTo>
                  <a:lnTo>
                    <a:pt x="40462" y="40602"/>
                  </a:lnTo>
                  <a:lnTo>
                    <a:pt x="42105" y="43640"/>
                  </a:lnTo>
                  <a:lnTo>
                    <a:pt x="42927" y="46694"/>
                  </a:lnTo>
                  <a:lnTo>
                    <a:pt x="42927" y="49764"/>
                  </a:lnTo>
                  <a:lnTo>
                    <a:pt x="42927" y="56089"/>
                  </a:lnTo>
                  <a:lnTo>
                    <a:pt x="40881" y="60973"/>
                  </a:lnTo>
                  <a:lnTo>
                    <a:pt x="36788" y="64414"/>
                  </a:lnTo>
                  <a:lnTo>
                    <a:pt x="32695" y="67856"/>
                  </a:lnTo>
                  <a:lnTo>
                    <a:pt x="27595" y="69577"/>
                  </a:lnTo>
                  <a:lnTo>
                    <a:pt x="21487" y="69577"/>
                  </a:lnTo>
                  <a:lnTo>
                    <a:pt x="15595" y="69577"/>
                  </a:lnTo>
                  <a:lnTo>
                    <a:pt x="10542" y="67941"/>
                  </a:lnTo>
                  <a:lnTo>
                    <a:pt x="6325" y="64670"/>
                  </a:lnTo>
                  <a:lnTo>
                    <a:pt x="2108" y="61399"/>
                  </a:lnTo>
                  <a:lnTo>
                    <a:pt x="0" y="56756"/>
                  </a:lnTo>
                  <a:lnTo>
                    <a:pt x="0" y="50741"/>
                  </a:lnTo>
                  <a:lnTo>
                    <a:pt x="8604" y="50741"/>
                  </a:lnTo>
                  <a:lnTo>
                    <a:pt x="8604" y="54306"/>
                  </a:lnTo>
                  <a:lnTo>
                    <a:pt x="9758" y="57159"/>
                  </a:lnTo>
                  <a:lnTo>
                    <a:pt x="12069" y="59298"/>
                  </a:lnTo>
                  <a:lnTo>
                    <a:pt x="14379" y="61438"/>
                  </a:lnTo>
                  <a:lnTo>
                    <a:pt x="17518" y="62507"/>
                  </a:lnTo>
                  <a:lnTo>
                    <a:pt x="21487" y="62507"/>
                  </a:lnTo>
                  <a:lnTo>
                    <a:pt x="25424" y="62507"/>
                  </a:lnTo>
                  <a:lnTo>
                    <a:pt x="28540" y="61469"/>
                  </a:lnTo>
                  <a:lnTo>
                    <a:pt x="30835" y="59391"/>
                  </a:lnTo>
                  <a:lnTo>
                    <a:pt x="33129" y="57314"/>
                  </a:lnTo>
                  <a:lnTo>
                    <a:pt x="34276" y="54167"/>
                  </a:lnTo>
                  <a:lnTo>
                    <a:pt x="34276" y="49950"/>
                  </a:lnTo>
                  <a:lnTo>
                    <a:pt x="34276" y="45733"/>
                  </a:lnTo>
                  <a:lnTo>
                    <a:pt x="32974" y="42625"/>
                  </a:lnTo>
                  <a:lnTo>
                    <a:pt x="30370" y="40625"/>
                  </a:lnTo>
                  <a:lnTo>
                    <a:pt x="27765" y="38625"/>
                  </a:lnTo>
                  <a:lnTo>
                    <a:pt x="24277" y="37625"/>
                  </a:lnTo>
                  <a:lnTo>
                    <a:pt x="19905" y="37625"/>
                  </a:lnTo>
                  <a:lnTo>
                    <a:pt x="13766" y="37625"/>
                  </a:lnTo>
                  <a:close/>
                </a:path>
                <a:path w="83185" h="69850">
                  <a:moveTo>
                    <a:pt x="83018" y="558"/>
                  </a:moveTo>
                  <a:lnTo>
                    <a:pt x="83018" y="68646"/>
                  </a:lnTo>
                  <a:lnTo>
                    <a:pt x="74414" y="68646"/>
                  </a:lnTo>
                  <a:lnTo>
                    <a:pt x="74414" y="11301"/>
                  </a:lnTo>
                  <a:lnTo>
                    <a:pt x="57066" y="17626"/>
                  </a:lnTo>
                  <a:lnTo>
                    <a:pt x="57066" y="9859"/>
                  </a:lnTo>
                  <a:lnTo>
                    <a:pt x="81669" y="558"/>
                  </a:lnTo>
                  <a:lnTo>
                    <a:pt x="83018" y="558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9084" y="1793661"/>
              <a:ext cx="336788" cy="12684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682751" y="1776412"/>
            <a:ext cx="128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02024"/>
                </a:solidFill>
                <a:latin typeface="Roboto Bk"/>
                <a:cs typeface="Roboto Bk"/>
              </a:rPr>
              <a:t>%)</a:t>
            </a:r>
            <a:endParaRPr sz="750">
              <a:latin typeface="Roboto Bk"/>
              <a:cs typeface="Roboto Bk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1636712" y="1122362"/>
          <a:ext cx="2071370" cy="1943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264160" marR="12065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3</a:t>
                      </a:r>
                      <a:r>
                        <a:rPr sz="750" b="1" spc="-25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750" b="1" spc="-2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(7.5</a:t>
                      </a:r>
                      <a:endParaRPr sz="750">
                        <a:latin typeface="Roboto Bk"/>
                        <a:cs typeface="Roboto Bk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750" b="1" spc="-25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%)</a:t>
                      </a:r>
                      <a:endParaRPr sz="750">
                        <a:latin typeface="Roboto Bk"/>
                        <a:cs typeface="Roboto Bk"/>
                      </a:endParaRPr>
                    </a:p>
                  </a:txBody>
                  <a:tcPr marL="0" marR="0" marT="7620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9525">
                      <a:solidFill>
                        <a:srgbClr val="EDEDED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DEDED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 gridSpan="4"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b="1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31</a:t>
                      </a:r>
                      <a:r>
                        <a:rPr sz="750" b="1" spc="-4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750" b="1" spc="-2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(77.5</a:t>
                      </a:r>
                      <a:endParaRPr sz="750">
                        <a:latin typeface="Roboto Bk"/>
                        <a:cs typeface="Roboto Bk"/>
                      </a:endParaRPr>
                    </a:p>
                  </a:txBody>
                  <a:tcPr marL="0" marR="0" marT="80645" marB="0">
                    <a:lnL w="19050">
                      <a:solidFill>
                        <a:srgbClr val="333333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6</a:t>
                      </a:r>
                      <a:r>
                        <a:rPr sz="750" b="1" spc="-25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750" b="1" spc="-5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(</a:t>
                      </a:r>
                      <a:endParaRPr sz="750">
                        <a:latin typeface="Roboto Bk"/>
                        <a:cs typeface="Roboto Bk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1</a:t>
                      </a:r>
                      <a:r>
                        <a:rPr sz="750" b="1" spc="-25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(2.5%)</a:t>
                      </a:r>
                      <a:endParaRPr sz="750">
                        <a:latin typeface="Roboto Bk"/>
                        <a:cs typeface="Roboto Bk"/>
                      </a:endParaRPr>
                    </a:p>
                  </a:txBody>
                  <a:tcPr marL="0" marR="0" marT="0" marB="0">
                    <a:lnL w="19050">
                      <a:solidFill>
                        <a:srgbClr val="87BFC2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750" b="1" spc="-2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15%)</a:t>
                      </a:r>
                      <a:endParaRPr sz="750">
                        <a:latin typeface="Roboto Bk"/>
                        <a:cs typeface="Roboto Bk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9525">
                      <a:solidFill>
                        <a:srgbClr val="EDEDED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DEDED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850900" y="4194175"/>
            <a:ext cx="3171825" cy="2286000"/>
            <a:chOff x="850900" y="4194175"/>
            <a:chExt cx="3171825" cy="2286000"/>
          </a:xfrm>
        </p:grpSpPr>
        <p:sp>
          <p:nvSpPr>
            <p:cNvPr id="38" name="object 38"/>
            <p:cNvSpPr/>
            <p:nvPr/>
          </p:nvSpPr>
          <p:spPr>
            <a:xfrm>
              <a:off x="850900" y="4194175"/>
              <a:ext cx="3171825" cy="2286000"/>
            </a:xfrm>
            <a:custGeom>
              <a:avLst/>
              <a:gdLst/>
              <a:ahLst/>
              <a:cxnLst/>
              <a:rect l="l" t="t" r="r" b="b"/>
              <a:pathLst>
                <a:path w="3171825" h="2286000">
                  <a:moveTo>
                    <a:pt x="3171825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41475" y="4194175"/>
              <a:ext cx="2057400" cy="1943100"/>
            </a:xfrm>
            <a:custGeom>
              <a:avLst/>
              <a:gdLst/>
              <a:ahLst/>
              <a:cxnLst/>
              <a:rect l="l" t="t" r="r" b="b"/>
              <a:pathLst>
                <a:path w="2057400" h="1943100">
                  <a:moveTo>
                    <a:pt x="0" y="0"/>
                  </a:moveTo>
                  <a:lnTo>
                    <a:pt x="2057400" y="0"/>
                  </a:lnTo>
                  <a:lnTo>
                    <a:pt x="20574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41475" y="4194187"/>
              <a:ext cx="2057400" cy="1943100"/>
            </a:xfrm>
            <a:custGeom>
              <a:avLst/>
              <a:gdLst/>
              <a:ahLst/>
              <a:cxnLst/>
              <a:rect l="l" t="t" r="r" b="b"/>
              <a:pathLst>
                <a:path w="2057400" h="1943100">
                  <a:moveTo>
                    <a:pt x="9525" y="0"/>
                  </a:moveTo>
                  <a:lnTo>
                    <a:pt x="0" y="0"/>
                  </a:lnTo>
                  <a:lnTo>
                    <a:pt x="0" y="1943100"/>
                  </a:lnTo>
                  <a:lnTo>
                    <a:pt x="9525" y="1943100"/>
                  </a:lnTo>
                  <a:lnTo>
                    <a:pt x="9525" y="0"/>
                  </a:lnTo>
                  <a:close/>
                </a:path>
                <a:path w="2057400" h="1943100">
                  <a:moveTo>
                    <a:pt x="1038225" y="790575"/>
                  </a:moveTo>
                  <a:lnTo>
                    <a:pt x="1028700" y="790575"/>
                  </a:lnTo>
                  <a:lnTo>
                    <a:pt x="1028700" y="1943100"/>
                  </a:lnTo>
                  <a:lnTo>
                    <a:pt x="1038225" y="1943100"/>
                  </a:lnTo>
                  <a:lnTo>
                    <a:pt x="1038225" y="790575"/>
                  </a:lnTo>
                  <a:close/>
                </a:path>
                <a:path w="2057400" h="1943100">
                  <a:moveTo>
                    <a:pt x="1038225" y="0"/>
                  </a:moveTo>
                  <a:lnTo>
                    <a:pt x="1028700" y="0"/>
                  </a:lnTo>
                  <a:lnTo>
                    <a:pt x="1028700" y="190500"/>
                  </a:lnTo>
                  <a:lnTo>
                    <a:pt x="1038225" y="190500"/>
                  </a:lnTo>
                  <a:lnTo>
                    <a:pt x="1038225" y="0"/>
                  </a:lnTo>
                  <a:close/>
                </a:path>
                <a:path w="2057400" h="1943100">
                  <a:moveTo>
                    <a:pt x="2057400" y="0"/>
                  </a:moveTo>
                  <a:lnTo>
                    <a:pt x="2047875" y="0"/>
                  </a:lnTo>
                  <a:lnTo>
                    <a:pt x="2047875" y="1943100"/>
                  </a:lnTo>
                  <a:lnTo>
                    <a:pt x="2057400" y="19431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55825" y="4194187"/>
              <a:ext cx="1028700" cy="1943100"/>
            </a:xfrm>
            <a:custGeom>
              <a:avLst/>
              <a:gdLst/>
              <a:ahLst/>
              <a:cxnLst/>
              <a:rect l="l" t="t" r="r" b="b"/>
              <a:pathLst>
                <a:path w="1028700" h="1943100">
                  <a:moveTo>
                    <a:pt x="9525" y="1752600"/>
                  </a:moveTo>
                  <a:lnTo>
                    <a:pt x="0" y="1752600"/>
                  </a:lnTo>
                  <a:lnTo>
                    <a:pt x="0" y="1943100"/>
                  </a:lnTo>
                  <a:lnTo>
                    <a:pt x="9525" y="1943100"/>
                  </a:lnTo>
                  <a:lnTo>
                    <a:pt x="9525" y="1752600"/>
                  </a:lnTo>
                  <a:close/>
                </a:path>
                <a:path w="1028700" h="1943100">
                  <a:moveTo>
                    <a:pt x="9525" y="790575"/>
                  </a:moveTo>
                  <a:lnTo>
                    <a:pt x="0" y="790575"/>
                  </a:lnTo>
                  <a:lnTo>
                    <a:pt x="0" y="1152525"/>
                  </a:lnTo>
                  <a:lnTo>
                    <a:pt x="9525" y="1152525"/>
                  </a:lnTo>
                  <a:lnTo>
                    <a:pt x="9525" y="790575"/>
                  </a:lnTo>
                  <a:close/>
                </a:path>
                <a:path w="1028700" h="1943100">
                  <a:moveTo>
                    <a:pt x="9525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9525" y="190500"/>
                  </a:lnTo>
                  <a:lnTo>
                    <a:pt x="9525" y="0"/>
                  </a:lnTo>
                  <a:close/>
                </a:path>
                <a:path w="1028700" h="1943100">
                  <a:moveTo>
                    <a:pt x="1028700" y="0"/>
                  </a:moveTo>
                  <a:lnTo>
                    <a:pt x="1019175" y="0"/>
                  </a:lnTo>
                  <a:lnTo>
                    <a:pt x="1019175" y="1943100"/>
                  </a:lnTo>
                  <a:lnTo>
                    <a:pt x="1028700" y="19431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51000" y="4384687"/>
              <a:ext cx="1114425" cy="1562100"/>
            </a:xfrm>
            <a:custGeom>
              <a:avLst/>
              <a:gdLst/>
              <a:ahLst/>
              <a:cxnLst/>
              <a:rect l="l" t="t" r="r" b="b"/>
              <a:pathLst>
                <a:path w="1114425" h="1562100">
                  <a:moveTo>
                    <a:pt x="914400" y="962025"/>
                  </a:moveTo>
                  <a:lnTo>
                    <a:pt x="0" y="962025"/>
                  </a:lnTo>
                  <a:lnTo>
                    <a:pt x="0" y="1562100"/>
                  </a:lnTo>
                  <a:lnTo>
                    <a:pt x="914400" y="1562100"/>
                  </a:lnTo>
                  <a:lnTo>
                    <a:pt x="914400" y="962025"/>
                  </a:lnTo>
                  <a:close/>
                </a:path>
                <a:path w="1114425" h="1562100">
                  <a:moveTo>
                    <a:pt x="1114425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1114425" y="600075"/>
                  </a:lnTo>
                  <a:lnTo>
                    <a:pt x="1114425" y="0"/>
                  </a:lnTo>
                  <a:close/>
                </a:path>
              </a:pathLst>
            </a:custGeom>
            <a:solidFill>
              <a:srgbClr val="87B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41475" y="4194175"/>
              <a:ext cx="9525" cy="1943100"/>
            </a:xfrm>
            <a:custGeom>
              <a:avLst/>
              <a:gdLst/>
              <a:ahLst/>
              <a:cxnLst/>
              <a:rect l="l" t="t" r="r" b="b"/>
              <a:pathLst>
                <a:path w="9525" h="1943100">
                  <a:moveTo>
                    <a:pt x="9525" y="1943100"/>
                  </a:moveTo>
                  <a:lnTo>
                    <a:pt x="0" y="1943100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9525" y="194310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65400" y="4679962"/>
              <a:ext cx="314325" cy="971550"/>
            </a:xfrm>
            <a:custGeom>
              <a:avLst/>
              <a:gdLst/>
              <a:ahLst/>
              <a:cxnLst/>
              <a:rect l="l" t="t" r="r" b="b"/>
              <a:pathLst>
                <a:path w="314325" h="971550">
                  <a:moveTo>
                    <a:pt x="114300" y="962025"/>
                  </a:moveTo>
                  <a:lnTo>
                    <a:pt x="0" y="962025"/>
                  </a:lnTo>
                  <a:lnTo>
                    <a:pt x="0" y="971550"/>
                  </a:lnTo>
                  <a:lnTo>
                    <a:pt x="114300" y="971550"/>
                  </a:lnTo>
                  <a:lnTo>
                    <a:pt x="114300" y="962025"/>
                  </a:lnTo>
                  <a:close/>
                </a:path>
                <a:path w="314325" h="971550">
                  <a:moveTo>
                    <a:pt x="314325" y="0"/>
                  </a:moveTo>
                  <a:lnTo>
                    <a:pt x="200025" y="0"/>
                  </a:lnTo>
                  <a:lnTo>
                    <a:pt x="200025" y="9525"/>
                  </a:lnTo>
                  <a:lnTo>
                    <a:pt x="314325" y="952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606748" y="6167438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444444"/>
                </a:solidFill>
                <a:latin typeface="Roboto Bk"/>
                <a:cs typeface="Roboto Bk"/>
              </a:rPr>
              <a:t>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03896" y="6167438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20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27834" y="6167438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40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22325" y="4607719"/>
            <a:ext cx="3371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Female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24867" y="5574507"/>
            <a:ext cx="2343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Male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884096" y="4636874"/>
            <a:ext cx="362585" cy="98425"/>
          </a:xfrm>
          <a:custGeom>
            <a:avLst/>
            <a:gdLst/>
            <a:ahLst/>
            <a:cxnLst/>
            <a:rect l="l" t="t" r="r" b="b"/>
            <a:pathLst>
              <a:path w="362585" h="98425">
                <a:moveTo>
                  <a:pt x="45625" y="69344"/>
                </a:moveTo>
                <a:lnTo>
                  <a:pt x="45625" y="76413"/>
                </a:lnTo>
                <a:lnTo>
                  <a:pt x="1302" y="76413"/>
                </a:lnTo>
                <a:lnTo>
                  <a:pt x="1302" y="70228"/>
                </a:lnTo>
                <a:lnTo>
                  <a:pt x="24277" y="44648"/>
                </a:lnTo>
                <a:lnTo>
                  <a:pt x="28060" y="40369"/>
                </a:lnTo>
                <a:lnTo>
                  <a:pt x="30610" y="36974"/>
                </a:lnTo>
                <a:lnTo>
                  <a:pt x="31928" y="34463"/>
                </a:lnTo>
                <a:lnTo>
                  <a:pt x="33246" y="31951"/>
                </a:lnTo>
                <a:lnTo>
                  <a:pt x="33904" y="29424"/>
                </a:lnTo>
                <a:lnTo>
                  <a:pt x="33904" y="26882"/>
                </a:lnTo>
                <a:lnTo>
                  <a:pt x="33904" y="23564"/>
                </a:lnTo>
                <a:lnTo>
                  <a:pt x="32874" y="20727"/>
                </a:lnTo>
                <a:lnTo>
                  <a:pt x="30812" y="18370"/>
                </a:lnTo>
                <a:lnTo>
                  <a:pt x="28750" y="16014"/>
                </a:lnTo>
                <a:lnTo>
                  <a:pt x="25843" y="14836"/>
                </a:lnTo>
                <a:lnTo>
                  <a:pt x="22091" y="14836"/>
                </a:lnTo>
                <a:lnTo>
                  <a:pt x="17564" y="14836"/>
                </a:lnTo>
                <a:lnTo>
                  <a:pt x="14185" y="16123"/>
                </a:lnTo>
                <a:lnTo>
                  <a:pt x="11952" y="18696"/>
                </a:lnTo>
                <a:lnTo>
                  <a:pt x="9720" y="21270"/>
                </a:lnTo>
                <a:lnTo>
                  <a:pt x="8604" y="24572"/>
                </a:lnTo>
                <a:lnTo>
                  <a:pt x="8604" y="28602"/>
                </a:lnTo>
                <a:lnTo>
                  <a:pt x="0" y="28602"/>
                </a:lnTo>
                <a:lnTo>
                  <a:pt x="0" y="22897"/>
                </a:lnTo>
                <a:lnTo>
                  <a:pt x="1875" y="17998"/>
                </a:lnTo>
                <a:lnTo>
                  <a:pt x="5627" y="13906"/>
                </a:lnTo>
                <a:lnTo>
                  <a:pt x="9379" y="9813"/>
                </a:lnTo>
                <a:lnTo>
                  <a:pt x="14867" y="7766"/>
                </a:lnTo>
                <a:lnTo>
                  <a:pt x="22091" y="7766"/>
                </a:lnTo>
                <a:lnTo>
                  <a:pt x="28478" y="7766"/>
                </a:lnTo>
                <a:lnTo>
                  <a:pt x="33478" y="9425"/>
                </a:lnTo>
                <a:lnTo>
                  <a:pt x="37090" y="12743"/>
                </a:lnTo>
                <a:lnTo>
                  <a:pt x="40702" y="16061"/>
                </a:lnTo>
                <a:lnTo>
                  <a:pt x="42509" y="20432"/>
                </a:lnTo>
                <a:lnTo>
                  <a:pt x="42509" y="25858"/>
                </a:lnTo>
                <a:lnTo>
                  <a:pt x="42509" y="29827"/>
                </a:lnTo>
                <a:lnTo>
                  <a:pt x="41284" y="33819"/>
                </a:lnTo>
                <a:lnTo>
                  <a:pt x="38834" y="37834"/>
                </a:lnTo>
                <a:lnTo>
                  <a:pt x="36385" y="41850"/>
                </a:lnTo>
                <a:lnTo>
                  <a:pt x="33377" y="45795"/>
                </a:lnTo>
                <a:lnTo>
                  <a:pt x="29812" y="49671"/>
                </a:lnTo>
                <a:lnTo>
                  <a:pt x="11673" y="69344"/>
                </a:lnTo>
                <a:lnTo>
                  <a:pt x="45625" y="69344"/>
                </a:lnTo>
                <a:close/>
              </a:path>
              <a:path w="362585" h="98425">
                <a:moveTo>
                  <a:pt x="99156" y="69344"/>
                </a:moveTo>
                <a:lnTo>
                  <a:pt x="99156" y="76413"/>
                </a:lnTo>
                <a:lnTo>
                  <a:pt x="54833" y="76413"/>
                </a:lnTo>
                <a:lnTo>
                  <a:pt x="54833" y="70228"/>
                </a:lnTo>
                <a:lnTo>
                  <a:pt x="77809" y="44648"/>
                </a:lnTo>
                <a:lnTo>
                  <a:pt x="81592" y="40369"/>
                </a:lnTo>
                <a:lnTo>
                  <a:pt x="84142" y="36974"/>
                </a:lnTo>
                <a:lnTo>
                  <a:pt x="85459" y="34463"/>
                </a:lnTo>
                <a:lnTo>
                  <a:pt x="86777" y="31951"/>
                </a:lnTo>
                <a:lnTo>
                  <a:pt x="87436" y="29424"/>
                </a:lnTo>
                <a:lnTo>
                  <a:pt x="87436" y="26882"/>
                </a:lnTo>
                <a:lnTo>
                  <a:pt x="87436" y="23564"/>
                </a:lnTo>
                <a:lnTo>
                  <a:pt x="86405" y="20727"/>
                </a:lnTo>
                <a:lnTo>
                  <a:pt x="84343" y="18370"/>
                </a:lnTo>
                <a:lnTo>
                  <a:pt x="82281" y="16014"/>
                </a:lnTo>
                <a:lnTo>
                  <a:pt x="79374" y="14836"/>
                </a:lnTo>
                <a:lnTo>
                  <a:pt x="75623" y="14836"/>
                </a:lnTo>
                <a:lnTo>
                  <a:pt x="71096" y="14836"/>
                </a:lnTo>
                <a:lnTo>
                  <a:pt x="67716" y="16123"/>
                </a:lnTo>
                <a:lnTo>
                  <a:pt x="65484" y="18696"/>
                </a:lnTo>
                <a:lnTo>
                  <a:pt x="63252" y="21270"/>
                </a:lnTo>
                <a:lnTo>
                  <a:pt x="62135" y="24572"/>
                </a:lnTo>
                <a:lnTo>
                  <a:pt x="62135" y="28602"/>
                </a:lnTo>
                <a:lnTo>
                  <a:pt x="53531" y="28602"/>
                </a:lnTo>
                <a:lnTo>
                  <a:pt x="53531" y="22897"/>
                </a:lnTo>
                <a:lnTo>
                  <a:pt x="55407" y="17998"/>
                </a:lnTo>
                <a:lnTo>
                  <a:pt x="59159" y="13906"/>
                </a:lnTo>
                <a:lnTo>
                  <a:pt x="62910" y="9813"/>
                </a:lnTo>
                <a:lnTo>
                  <a:pt x="68398" y="7766"/>
                </a:lnTo>
                <a:lnTo>
                  <a:pt x="75623" y="7766"/>
                </a:lnTo>
                <a:lnTo>
                  <a:pt x="82010" y="7766"/>
                </a:lnTo>
                <a:lnTo>
                  <a:pt x="87010" y="9425"/>
                </a:lnTo>
                <a:lnTo>
                  <a:pt x="90622" y="12743"/>
                </a:lnTo>
                <a:lnTo>
                  <a:pt x="94234" y="16061"/>
                </a:lnTo>
                <a:lnTo>
                  <a:pt x="96040" y="20432"/>
                </a:lnTo>
                <a:lnTo>
                  <a:pt x="96040" y="25858"/>
                </a:lnTo>
                <a:lnTo>
                  <a:pt x="96040" y="29827"/>
                </a:lnTo>
                <a:lnTo>
                  <a:pt x="94815" y="33819"/>
                </a:lnTo>
                <a:lnTo>
                  <a:pt x="92366" y="37834"/>
                </a:lnTo>
                <a:lnTo>
                  <a:pt x="89917" y="41850"/>
                </a:lnTo>
                <a:lnTo>
                  <a:pt x="86909" y="45795"/>
                </a:lnTo>
                <a:lnTo>
                  <a:pt x="83343" y="49671"/>
                </a:lnTo>
                <a:lnTo>
                  <a:pt x="65205" y="69344"/>
                </a:lnTo>
                <a:lnTo>
                  <a:pt x="99156" y="69344"/>
                </a:lnTo>
                <a:close/>
              </a:path>
              <a:path w="362585" h="98425">
                <a:moveTo>
                  <a:pt x="132550" y="48880"/>
                </a:moveTo>
                <a:lnTo>
                  <a:pt x="132550" y="39889"/>
                </a:lnTo>
                <a:lnTo>
                  <a:pt x="133836" y="32029"/>
                </a:lnTo>
                <a:lnTo>
                  <a:pt x="136410" y="25300"/>
                </a:lnTo>
                <a:lnTo>
                  <a:pt x="138983" y="18572"/>
                </a:lnTo>
                <a:lnTo>
                  <a:pt x="142037" y="13084"/>
                </a:lnTo>
                <a:lnTo>
                  <a:pt x="145572" y="8836"/>
                </a:lnTo>
                <a:lnTo>
                  <a:pt x="149107" y="4588"/>
                </a:lnTo>
                <a:lnTo>
                  <a:pt x="152347" y="1643"/>
                </a:lnTo>
                <a:lnTo>
                  <a:pt x="155292" y="0"/>
                </a:lnTo>
                <a:lnTo>
                  <a:pt x="157106" y="5674"/>
                </a:lnTo>
                <a:lnTo>
                  <a:pt x="153448" y="8433"/>
                </a:lnTo>
                <a:lnTo>
                  <a:pt x="149874" y="13355"/>
                </a:lnTo>
                <a:lnTo>
                  <a:pt x="141154" y="49438"/>
                </a:lnTo>
                <a:lnTo>
                  <a:pt x="141481" y="57842"/>
                </a:lnTo>
                <a:lnTo>
                  <a:pt x="157106" y="93064"/>
                </a:lnTo>
                <a:lnTo>
                  <a:pt x="155292" y="98273"/>
                </a:lnTo>
                <a:lnTo>
                  <a:pt x="152347" y="96660"/>
                </a:lnTo>
                <a:lnTo>
                  <a:pt x="149107" y="93730"/>
                </a:lnTo>
                <a:lnTo>
                  <a:pt x="145572" y="89482"/>
                </a:lnTo>
                <a:lnTo>
                  <a:pt x="142037" y="85235"/>
                </a:lnTo>
                <a:lnTo>
                  <a:pt x="138983" y="79754"/>
                </a:lnTo>
                <a:lnTo>
                  <a:pt x="136410" y="73042"/>
                </a:lnTo>
                <a:lnTo>
                  <a:pt x="133836" y="66329"/>
                </a:lnTo>
                <a:lnTo>
                  <a:pt x="132550" y="58275"/>
                </a:lnTo>
                <a:lnTo>
                  <a:pt x="132550" y="48880"/>
                </a:lnTo>
                <a:close/>
              </a:path>
              <a:path w="362585" h="98425">
                <a:moveTo>
                  <a:pt x="175431" y="44183"/>
                </a:moveTo>
                <a:lnTo>
                  <a:pt x="168547" y="42416"/>
                </a:lnTo>
                <a:lnTo>
                  <a:pt x="171943" y="8697"/>
                </a:lnTo>
                <a:lnTo>
                  <a:pt x="206685" y="8697"/>
                </a:lnTo>
                <a:lnTo>
                  <a:pt x="206685" y="16650"/>
                </a:lnTo>
                <a:lnTo>
                  <a:pt x="179244" y="16650"/>
                </a:lnTo>
                <a:lnTo>
                  <a:pt x="177198" y="35067"/>
                </a:lnTo>
                <a:lnTo>
                  <a:pt x="180609" y="33114"/>
                </a:lnTo>
                <a:lnTo>
                  <a:pt x="184376" y="32137"/>
                </a:lnTo>
                <a:lnTo>
                  <a:pt x="188500" y="32137"/>
                </a:lnTo>
                <a:lnTo>
                  <a:pt x="194732" y="32137"/>
                </a:lnTo>
                <a:lnTo>
                  <a:pt x="199654" y="34191"/>
                </a:lnTo>
                <a:lnTo>
                  <a:pt x="203266" y="38299"/>
                </a:lnTo>
                <a:lnTo>
                  <a:pt x="206878" y="42408"/>
                </a:lnTo>
                <a:lnTo>
                  <a:pt x="208684" y="47919"/>
                </a:lnTo>
                <a:lnTo>
                  <a:pt x="208684" y="54833"/>
                </a:lnTo>
                <a:lnTo>
                  <a:pt x="208684" y="61314"/>
                </a:lnTo>
                <a:lnTo>
                  <a:pt x="206917" y="66685"/>
                </a:lnTo>
                <a:lnTo>
                  <a:pt x="203382" y="70949"/>
                </a:lnTo>
                <a:lnTo>
                  <a:pt x="199848" y="75212"/>
                </a:lnTo>
                <a:lnTo>
                  <a:pt x="194468" y="77344"/>
                </a:lnTo>
                <a:lnTo>
                  <a:pt x="187244" y="77344"/>
                </a:lnTo>
                <a:lnTo>
                  <a:pt x="181756" y="77344"/>
                </a:lnTo>
                <a:lnTo>
                  <a:pt x="177012" y="75801"/>
                </a:lnTo>
                <a:lnTo>
                  <a:pt x="173012" y="72716"/>
                </a:lnTo>
                <a:lnTo>
                  <a:pt x="169013" y="69631"/>
                </a:lnTo>
                <a:lnTo>
                  <a:pt x="166703" y="64926"/>
                </a:lnTo>
                <a:lnTo>
                  <a:pt x="166082" y="58601"/>
                </a:lnTo>
                <a:lnTo>
                  <a:pt x="174268" y="58601"/>
                </a:lnTo>
                <a:lnTo>
                  <a:pt x="175353" y="66383"/>
                </a:lnTo>
                <a:lnTo>
                  <a:pt x="179679" y="70274"/>
                </a:lnTo>
                <a:lnTo>
                  <a:pt x="187244" y="70274"/>
                </a:lnTo>
                <a:lnTo>
                  <a:pt x="191306" y="70274"/>
                </a:lnTo>
                <a:lnTo>
                  <a:pt x="194453" y="68895"/>
                </a:lnTo>
                <a:lnTo>
                  <a:pt x="196685" y="66135"/>
                </a:lnTo>
                <a:lnTo>
                  <a:pt x="198918" y="63375"/>
                </a:lnTo>
                <a:lnTo>
                  <a:pt x="200034" y="59639"/>
                </a:lnTo>
                <a:lnTo>
                  <a:pt x="200034" y="54926"/>
                </a:lnTo>
                <a:lnTo>
                  <a:pt x="200034" y="50679"/>
                </a:lnTo>
                <a:lnTo>
                  <a:pt x="198863" y="47105"/>
                </a:lnTo>
                <a:lnTo>
                  <a:pt x="196522" y="44206"/>
                </a:lnTo>
                <a:lnTo>
                  <a:pt x="194181" y="41307"/>
                </a:lnTo>
                <a:lnTo>
                  <a:pt x="190841" y="39858"/>
                </a:lnTo>
                <a:lnTo>
                  <a:pt x="186500" y="39858"/>
                </a:lnTo>
                <a:lnTo>
                  <a:pt x="183616" y="39858"/>
                </a:lnTo>
                <a:lnTo>
                  <a:pt x="181430" y="40245"/>
                </a:lnTo>
                <a:lnTo>
                  <a:pt x="179942" y="41020"/>
                </a:lnTo>
                <a:lnTo>
                  <a:pt x="178454" y="41795"/>
                </a:lnTo>
                <a:lnTo>
                  <a:pt x="176950" y="42850"/>
                </a:lnTo>
                <a:lnTo>
                  <a:pt x="175431" y="44183"/>
                </a:lnTo>
                <a:close/>
              </a:path>
              <a:path w="362585" h="98425">
                <a:moveTo>
                  <a:pt x="228962" y="44183"/>
                </a:moveTo>
                <a:lnTo>
                  <a:pt x="222079" y="42416"/>
                </a:lnTo>
                <a:lnTo>
                  <a:pt x="225474" y="8697"/>
                </a:lnTo>
                <a:lnTo>
                  <a:pt x="260216" y="8697"/>
                </a:lnTo>
                <a:lnTo>
                  <a:pt x="260216" y="16650"/>
                </a:lnTo>
                <a:lnTo>
                  <a:pt x="232776" y="16650"/>
                </a:lnTo>
                <a:lnTo>
                  <a:pt x="230730" y="35067"/>
                </a:lnTo>
                <a:lnTo>
                  <a:pt x="234140" y="33114"/>
                </a:lnTo>
                <a:lnTo>
                  <a:pt x="237908" y="32137"/>
                </a:lnTo>
                <a:lnTo>
                  <a:pt x="242031" y="32137"/>
                </a:lnTo>
                <a:lnTo>
                  <a:pt x="248263" y="32137"/>
                </a:lnTo>
                <a:lnTo>
                  <a:pt x="253186" y="34191"/>
                </a:lnTo>
                <a:lnTo>
                  <a:pt x="256798" y="38299"/>
                </a:lnTo>
                <a:lnTo>
                  <a:pt x="260410" y="42408"/>
                </a:lnTo>
                <a:lnTo>
                  <a:pt x="262216" y="47919"/>
                </a:lnTo>
                <a:lnTo>
                  <a:pt x="262216" y="54833"/>
                </a:lnTo>
                <a:lnTo>
                  <a:pt x="262216" y="61314"/>
                </a:lnTo>
                <a:lnTo>
                  <a:pt x="260449" y="66685"/>
                </a:lnTo>
                <a:lnTo>
                  <a:pt x="256914" y="70949"/>
                </a:lnTo>
                <a:lnTo>
                  <a:pt x="253379" y="75212"/>
                </a:lnTo>
                <a:lnTo>
                  <a:pt x="248000" y="77344"/>
                </a:lnTo>
                <a:lnTo>
                  <a:pt x="240775" y="77344"/>
                </a:lnTo>
                <a:lnTo>
                  <a:pt x="235287" y="77344"/>
                </a:lnTo>
                <a:lnTo>
                  <a:pt x="219614" y="58601"/>
                </a:lnTo>
                <a:lnTo>
                  <a:pt x="227800" y="58601"/>
                </a:lnTo>
                <a:lnTo>
                  <a:pt x="228885" y="66383"/>
                </a:lnTo>
                <a:lnTo>
                  <a:pt x="233210" y="70274"/>
                </a:lnTo>
                <a:lnTo>
                  <a:pt x="240775" y="70274"/>
                </a:lnTo>
                <a:lnTo>
                  <a:pt x="244837" y="70274"/>
                </a:lnTo>
                <a:lnTo>
                  <a:pt x="247984" y="68895"/>
                </a:lnTo>
                <a:lnTo>
                  <a:pt x="250217" y="66135"/>
                </a:lnTo>
                <a:lnTo>
                  <a:pt x="252449" y="63375"/>
                </a:lnTo>
                <a:lnTo>
                  <a:pt x="253565" y="59639"/>
                </a:lnTo>
                <a:lnTo>
                  <a:pt x="253565" y="54926"/>
                </a:lnTo>
                <a:lnTo>
                  <a:pt x="253565" y="50679"/>
                </a:lnTo>
                <a:lnTo>
                  <a:pt x="252395" y="47105"/>
                </a:lnTo>
                <a:lnTo>
                  <a:pt x="250054" y="44206"/>
                </a:lnTo>
                <a:lnTo>
                  <a:pt x="247713" y="41307"/>
                </a:lnTo>
                <a:lnTo>
                  <a:pt x="244372" y="39858"/>
                </a:lnTo>
                <a:lnTo>
                  <a:pt x="240031" y="39858"/>
                </a:lnTo>
                <a:lnTo>
                  <a:pt x="237148" y="39858"/>
                </a:lnTo>
                <a:lnTo>
                  <a:pt x="234962" y="40245"/>
                </a:lnTo>
                <a:lnTo>
                  <a:pt x="233474" y="41020"/>
                </a:lnTo>
                <a:lnTo>
                  <a:pt x="231985" y="41795"/>
                </a:lnTo>
                <a:lnTo>
                  <a:pt x="230482" y="42850"/>
                </a:lnTo>
                <a:lnTo>
                  <a:pt x="228962" y="44183"/>
                </a:lnTo>
                <a:close/>
              </a:path>
              <a:path w="362585" h="98425">
                <a:moveTo>
                  <a:pt x="270867" y="21719"/>
                </a:moveTo>
                <a:lnTo>
                  <a:pt x="270867" y="17874"/>
                </a:lnTo>
                <a:lnTo>
                  <a:pt x="272107" y="14580"/>
                </a:lnTo>
                <a:lnTo>
                  <a:pt x="274587" y="11836"/>
                </a:lnTo>
                <a:lnTo>
                  <a:pt x="277068" y="9092"/>
                </a:lnTo>
                <a:lnTo>
                  <a:pt x="280448" y="7720"/>
                </a:lnTo>
                <a:lnTo>
                  <a:pt x="284726" y="7720"/>
                </a:lnTo>
                <a:lnTo>
                  <a:pt x="289067" y="7720"/>
                </a:lnTo>
                <a:lnTo>
                  <a:pt x="292470" y="9092"/>
                </a:lnTo>
                <a:lnTo>
                  <a:pt x="294935" y="11836"/>
                </a:lnTo>
                <a:lnTo>
                  <a:pt x="297400" y="14580"/>
                </a:lnTo>
                <a:lnTo>
                  <a:pt x="298632" y="17874"/>
                </a:lnTo>
                <a:lnTo>
                  <a:pt x="298632" y="21719"/>
                </a:lnTo>
                <a:lnTo>
                  <a:pt x="298632" y="25300"/>
                </a:lnTo>
                <a:lnTo>
                  <a:pt x="298632" y="29083"/>
                </a:lnTo>
                <a:lnTo>
                  <a:pt x="297408" y="32346"/>
                </a:lnTo>
                <a:lnTo>
                  <a:pt x="294958" y="35090"/>
                </a:lnTo>
                <a:lnTo>
                  <a:pt x="292509" y="37834"/>
                </a:lnTo>
                <a:lnTo>
                  <a:pt x="289129" y="39206"/>
                </a:lnTo>
                <a:lnTo>
                  <a:pt x="284819" y="39206"/>
                </a:lnTo>
                <a:lnTo>
                  <a:pt x="280510" y="39206"/>
                </a:lnTo>
                <a:lnTo>
                  <a:pt x="277107" y="37834"/>
                </a:lnTo>
                <a:lnTo>
                  <a:pt x="274611" y="35090"/>
                </a:lnTo>
                <a:lnTo>
                  <a:pt x="272115" y="32346"/>
                </a:lnTo>
                <a:lnTo>
                  <a:pt x="270867" y="29083"/>
                </a:lnTo>
                <a:lnTo>
                  <a:pt x="270867" y="25300"/>
                </a:lnTo>
                <a:lnTo>
                  <a:pt x="270867" y="21719"/>
                </a:lnTo>
                <a:close/>
              </a:path>
              <a:path w="362585" h="98425">
                <a:moveTo>
                  <a:pt x="277331" y="25300"/>
                </a:moveTo>
                <a:lnTo>
                  <a:pt x="277331" y="27440"/>
                </a:lnTo>
                <a:lnTo>
                  <a:pt x="277944" y="29362"/>
                </a:lnTo>
                <a:lnTo>
                  <a:pt x="279169" y="31067"/>
                </a:lnTo>
                <a:lnTo>
                  <a:pt x="280393" y="32773"/>
                </a:lnTo>
                <a:lnTo>
                  <a:pt x="282277" y="33625"/>
                </a:lnTo>
                <a:lnTo>
                  <a:pt x="284819" y="33625"/>
                </a:lnTo>
                <a:lnTo>
                  <a:pt x="287300" y="33625"/>
                </a:lnTo>
                <a:lnTo>
                  <a:pt x="289145" y="32780"/>
                </a:lnTo>
                <a:lnTo>
                  <a:pt x="290354" y="31091"/>
                </a:lnTo>
                <a:lnTo>
                  <a:pt x="291563" y="29401"/>
                </a:lnTo>
                <a:lnTo>
                  <a:pt x="292168" y="27471"/>
                </a:lnTo>
                <a:lnTo>
                  <a:pt x="292168" y="25300"/>
                </a:lnTo>
                <a:lnTo>
                  <a:pt x="292168" y="21719"/>
                </a:lnTo>
                <a:lnTo>
                  <a:pt x="292168" y="19549"/>
                </a:lnTo>
                <a:lnTo>
                  <a:pt x="291555" y="17603"/>
                </a:lnTo>
                <a:lnTo>
                  <a:pt x="290331" y="15882"/>
                </a:lnTo>
                <a:lnTo>
                  <a:pt x="289106" y="14161"/>
                </a:lnTo>
                <a:lnTo>
                  <a:pt x="287238" y="13301"/>
                </a:lnTo>
                <a:lnTo>
                  <a:pt x="284726" y="13301"/>
                </a:lnTo>
                <a:lnTo>
                  <a:pt x="282246" y="13301"/>
                </a:lnTo>
                <a:lnTo>
                  <a:pt x="280393" y="14161"/>
                </a:lnTo>
                <a:lnTo>
                  <a:pt x="279169" y="15882"/>
                </a:lnTo>
                <a:lnTo>
                  <a:pt x="277944" y="17603"/>
                </a:lnTo>
                <a:lnTo>
                  <a:pt x="277331" y="19549"/>
                </a:lnTo>
                <a:lnTo>
                  <a:pt x="277331" y="21719"/>
                </a:lnTo>
                <a:lnTo>
                  <a:pt x="277331" y="25300"/>
                </a:lnTo>
                <a:close/>
              </a:path>
              <a:path w="362585" h="98425">
                <a:moveTo>
                  <a:pt x="319841" y="18324"/>
                </a:moveTo>
                <a:lnTo>
                  <a:pt x="286773" y="71251"/>
                </a:lnTo>
                <a:lnTo>
                  <a:pt x="281936" y="68181"/>
                </a:lnTo>
                <a:lnTo>
                  <a:pt x="315004" y="15254"/>
                </a:lnTo>
                <a:lnTo>
                  <a:pt x="319841" y="18324"/>
                </a:lnTo>
                <a:close/>
              </a:path>
              <a:path w="362585" h="98425">
                <a:moveTo>
                  <a:pt x="303841" y="59810"/>
                </a:moveTo>
                <a:lnTo>
                  <a:pt x="303841" y="55996"/>
                </a:lnTo>
                <a:lnTo>
                  <a:pt x="305082" y="52717"/>
                </a:lnTo>
                <a:lnTo>
                  <a:pt x="307562" y="49973"/>
                </a:lnTo>
                <a:lnTo>
                  <a:pt x="310043" y="47229"/>
                </a:lnTo>
                <a:lnTo>
                  <a:pt x="313422" y="45857"/>
                </a:lnTo>
                <a:lnTo>
                  <a:pt x="317701" y="45857"/>
                </a:lnTo>
                <a:lnTo>
                  <a:pt x="322042" y="45857"/>
                </a:lnTo>
                <a:lnTo>
                  <a:pt x="325445" y="47229"/>
                </a:lnTo>
                <a:lnTo>
                  <a:pt x="327910" y="49973"/>
                </a:lnTo>
                <a:lnTo>
                  <a:pt x="330375" y="52717"/>
                </a:lnTo>
                <a:lnTo>
                  <a:pt x="331607" y="55996"/>
                </a:lnTo>
                <a:lnTo>
                  <a:pt x="331607" y="59810"/>
                </a:lnTo>
                <a:lnTo>
                  <a:pt x="331607" y="63437"/>
                </a:lnTo>
                <a:lnTo>
                  <a:pt x="331607" y="67251"/>
                </a:lnTo>
                <a:lnTo>
                  <a:pt x="330382" y="70530"/>
                </a:lnTo>
                <a:lnTo>
                  <a:pt x="327933" y="73274"/>
                </a:lnTo>
                <a:lnTo>
                  <a:pt x="325484" y="76018"/>
                </a:lnTo>
                <a:lnTo>
                  <a:pt x="322104" y="77390"/>
                </a:lnTo>
                <a:lnTo>
                  <a:pt x="317794" y="77390"/>
                </a:lnTo>
                <a:lnTo>
                  <a:pt x="313453" y="77390"/>
                </a:lnTo>
                <a:lnTo>
                  <a:pt x="310043" y="76018"/>
                </a:lnTo>
                <a:lnTo>
                  <a:pt x="307562" y="73274"/>
                </a:lnTo>
                <a:lnTo>
                  <a:pt x="305082" y="70530"/>
                </a:lnTo>
                <a:lnTo>
                  <a:pt x="303841" y="67251"/>
                </a:lnTo>
                <a:lnTo>
                  <a:pt x="303841" y="63437"/>
                </a:lnTo>
                <a:lnTo>
                  <a:pt x="303841" y="59810"/>
                </a:lnTo>
                <a:close/>
              </a:path>
              <a:path w="362585" h="98425">
                <a:moveTo>
                  <a:pt x="310306" y="63437"/>
                </a:moveTo>
                <a:lnTo>
                  <a:pt x="310306" y="65608"/>
                </a:lnTo>
                <a:lnTo>
                  <a:pt x="310918" y="67546"/>
                </a:lnTo>
                <a:lnTo>
                  <a:pt x="312143" y="69251"/>
                </a:lnTo>
                <a:lnTo>
                  <a:pt x="313368" y="70956"/>
                </a:lnTo>
                <a:lnTo>
                  <a:pt x="315252" y="71809"/>
                </a:lnTo>
                <a:lnTo>
                  <a:pt x="317794" y="71809"/>
                </a:lnTo>
                <a:lnTo>
                  <a:pt x="320306" y="71809"/>
                </a:lnTo>
                <a:lnTo>
                  <a:pt x="322166" y="70964"/>
                </a:lnTo>
                <a:lnTo>
                  <a:pt x="323375" y="69274"/>
                </a:lnTo>
                <a:lnTo>
                  <a:pt x="324584" y="67585"/>
                </a:lnTo>
                <a:lnTo>
                  <a:pt x="325189" y="65639"/>
                </a:lnTo>
                <a:lnTo>
                  <a:pt x="325189" y="63437"/>
                </a:lnTo>
                <a:lnTo>
                  <a:pt x="325189" y="59810"/>
                </a:lnTo>
                <a:lnTo>
                  <a:pt x="325189" y="57608"/>
                </a:lnTo>
                <a:lnTo>
                  <a:pt x="324577" y="55663"/>
                </a:lnTo>
                <a:lnTo>
                  <a:pt x="323352" y="53973"/>
                </a:lnTo>
                <a:lnTo>
                  <a:pt x="322127" y="52283"/>
                </a:lnTo>
                <a:lnTo>
                  <a:pt x="320244" y="51438"/>
                </a:lnTo>
                <a:lnTo>
                  <a:pt x="317701" y="51438"/>
                </a:lnTo>
                <a:lnTo>
                  <a:pt x="315221" y="51438"/>
                </a:lnTo>
                <a:lnTo>
                  <a:pt x="313368" y="52283"/>
                </a:lnTo>
                <a:lnTo>
                  <a:pt x="312143" y="53973"/>
                </a:lnTo>
                <a:lnTo>
                  <a:pt x="310918" y="55663"/>
                </a:lnTo>
                <a:lnTo>
                  <a:pt x="310306" y="57608"/>
                </a:lnTo>
                <a:lnTo>
                  <a:pt x="310306" y="59810"/>
                </a:lnTo>
                <a:lnTo>
                  <a:pt x="310306" y="63437"/>
                </a:lnTo>
                <a:close/>
              </a:path>
              <a:path w="362585" h="98425">
                <a:moveTo>
                  <a:pt x="362117" y="48880"/>
                </a:moveTo>
                <a:lnTo>
                  <a:pt x="362117" y="49345"/>
                </a:lnTo>
                <a:lnTo>
                  <a:pt x="362117" y="56136"/>
                </a:lnTo>
                <a:lnTo>
                  <a:pt x="361357" y="62275"/>
                </a:lnTo>
                <a:lnTo>
                  <a:pt x="359838" y="67763"/>
                </a:lnTo>
                <a:lnTo>
                  <a:pt x="358319" y="73251"/>
                </a:lnTo>
                <a:lnTo>
                  <a:pt x="356381" y="78049"/>
                </a:lnTo>
                <a:lnTo>
                  <a:pt x="354024" y="82157"/>
                </a:lnTo>
                <a:lnTo>
                  <a:pt x="351668" y="86266"/>
                </a:lnTo>
                <a:lnTo>
                  <a:pt x="349188" y="89676"/>
                </a:lnTo>
                <a:lnTo>
                  <a:pt x="346583" y="92389"/>
                </a:lnTo>
                <a:lnTo>
                  <a:pt x="343979" y="95102"/>
                </a:lnTo>
                <a:lnTo>
                  <a:pt x="341576" y="97063"/>
                </a:lnTo>
                <a:lnTo>
                  <a:pt x="339374" y="98273"/>
                </a:lnTo>
                <a:lnTo>
                  <a:pt x="337560" y="93064"/>
                </a:lnTo>
                <a:lnTo>
                  <a:pt x="339390" y="91668"/>
                </a:lnTo>
                <a:lnTo>
                  <a:pt x="341235" y="89723"/>
                </a:lnTo>
                <a:lnTo>
                  <a:pt x="343095" y="87227"/>
                </a:lnTo>
                <a:lnTo>
                  <a:pt x="344955" y="84731"/>
                </a:lnTo>
                <a:lnTo>
                  <a:pt x="346676" y="81661"/>
                </a:lnTo>
                <a:lnTo>
                  <a:pt x="348257" y="78018"/>
                </a:lnTo>
                <a:lnTo>
                  <a:pt x="349839" y="74375"/>
                </a:lnTo>
                <a:lnTo>
                  <a:pt x="351110" y="70174"/>
                </a:lnTo>
                <a:lnTo>
                  <a:pt x="352071" y="65414"/>
                </a:lnTo>
                <a:lnTo>
                  <a:pt x="353032" y="60655"/>
                </a:lnTo>
                <a:lnTo>
                  <a:pt x="353513" y="55329"/>
                </a:lnTo>
                <a:lnTo>
                  <a:pt x="353513" y="49438"/>
                </a:lnTo>
                <a:lnTo>
                  <a:pt x="353513" y="48787"/>
                </a:lnTo>
                <a:lnTo>
                  <a:pt x="353513" y="42896"/>
                </a:lnTo>
                <a:lnTo>
                  <a:pt x="353001" y="37571"/>
                </a:lnTo>
                <a:lnTo>
                  <a:pt x="351978" y="32811"/>
                </a:lnTo>
                <a:lnTo>
                  <a:pt x="350955" y="28052"/>
                </a:lnTo>
                <a:lnTo>
                  <a:pt x="349629" y="23859"/>
                </a:lnTo>
                <a:lnTo>
                  <a:pt x="348002" y="20231"/>
                </a:lnTo>
                <a:lnTo>
                  <a:pt x="346374" y="16603"/>
                </a:lnTo>
                <a:lnTo>
                  <a:pt x="344637" y="13541"/>
                </a:lnTo>
                <a:lnTo>
                  <a:pt x="342793" y="11045"/>
                </a:lnTo>
                <a:lnTo>
                  <a:pt x="340948" y="8549"/>
                </a:lnTo>
                <a:lnTo>
                  <a:pt x="339204" y="6619"/>
                </a:lnTo>
                <a:lnTo>
                  <a:pt x="337560" y="5255"/>
                </a:lnTo>
                <a:lnTo>
                  <a:pt x="339374" y="0"/>
                </a:lnTo>
                <a:lnTo>
                  <a:pt x="341576" y="1209"/>
                </a:lnTo>
                <a:lnTo>
                  <a:pt x="343979" y="3170"/>
                </a:lnTo>
                <a:lnTo>
                  <a:pt x="346583" y="5883"/>
                </a:lnTo>
                <a:lnTo>
                  <a:pt x="349188" y="8596"/>
                </a:lnTo>
                <a:lnTo>
                  <a:pt x="351668" y="12014"/>
                </a:lnTo>
                <a:lnTo>
                  <a:pt x="354024" y="16138"/>
                </a:lnTo>
                <a:lnTo>
                  <a:pt x="356381" y="20262"/>
                </a:lnTo>
                <a:lnTo>
                  <a:pt x="358319" y="25060"/>
                </a:lnTo>
                <a:lnTo>
                  <a:pt x="359838" y="30533"/>
                </a:lnTo>
                <a:lnTo>
                  <a:pt x="361357" y="36005"/>
                </a:lnTo>
                <a:lnTo>
                  <a:pt x="362117" y="42121"/>
                </a:lnTo>
                <a:lnTo>
                  <a:pt x="362117" y="4888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867025" y="4605338"/>
            <a:ext cx="3981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22</a:t>
            </a:r>
            <a:r>
              <a:rPr sz="750" b="1" spc="-40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02024"/>
                </a:solidFill>
                <a:latin typeface="Roboto Bk"/>
                <a:cs typeface="Roboto Bk"/>
              </a:rPr>
              <a:t>(55%)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687653" y="5598899"/>
            <a:ext cx="358775" cy="98425"/>
          </a:xfrm>
          <a:custGeom>
            <a:avLst/>
            <a:gdLst/>
            <a:ahLst/>
            <a:cxnLst/>
            <a:rect l="l" t="t" r="r" b="b"/>
            <a:pathLst>
              <a:path w="358775" h="98425">
                <a:moveTo>
                  <a:pt x="25951" y="8325"/>
                </a:moveTo>
                <a:lnTo>
                  <a:pt x="25951" y="76413"/>
                </a:lnTo>
                <a:lnTo>
                  <a:pt x="17347" y="76413"/>
                </a:lnTo>
                <a:lnTo>
                  <a:pt x="17347" y="19068"/>
                </a:lnTo>
                <a:lnTo>
                  <a:pt x="0" y="25393"/>
                </a:lnTo>
                <a:lnTo>
                  <a:pt x="0" y="17626"/>
                </a:lnTo>
                <a:lnTo>
                  <a:pt x="24603" y="8325"/>
                </a:lnTo>
                <a:lnTo>
                  <a:pt x="25951" y="8325"/>
                </a:lnTo>
                <a:close/>
              </a:path>
              <a:path w="358775" h="98425">
                <a:moveTo>
                  <a:pt x="93854" y="58089"/>
                </a:moveTo>
                <a:lnTo>
                  <a:pt x="93854" y="64290"/>
                </a:lnTo>
                <a:lnTo>
                  <a:pt x="91785" y="69050"/>
                </a:lnTo>
                <a:lnTo>
                  <a:pt x="87645" y="72367"/>
                </a:lnTo>
                <a:lnTo>
                  <a:pt x="83506" y="75685"/>
                </a:lnTo>
                <a:lnTo>
                  <a:pt x="78398" y="77344"/>
                </a:lnTo>
                <a:lnTo>
                  <a:pt x="72321" y="77344"/>
                </a:lnTo>
                <a:lnTo>
                  <a:pt x="66244" y="77344"/>
                </a:lnTo>
                <a:lnTo>
                  <a:pt x="61135" y="75685"/>
                </a:lnTo>
                <a:lnTo>
                  <a:pt x="56996" y="72367"/>
                </a:lnTo>
                <a:lnTo>
                  <a:pt x="52857" y="69050"/>
                </a:lnTo>
                <a:lnTo>
                  <a:pt x="50787" y="64290"/>
                </a:lnTo>
                <a:lnTo>
                  <a:pt x="50787" y="58089"/>
                </a:lnTo>
                <a:lnTo>
                  <a:pt x="50787" y="54306"/>
                </a:lnTo>
                <a:lnTo>
                  <a:pt x="51803" y="50965"/>
                </a:lnTo>
                <a:lnTo>
                  <a:pt x="53833" y="48066"/>
                </a:lnTo>
                <a:lnTo>
                  <a:pt x="55864" y="45167"/>
                </a:lnTo>
                <a:lnTo>
                  <a:pt x="58616" y="42974"/>
                </a:lnTo>
                <a:lnTo>
                  <a:pt x="62089" y="41485"/>
                </a:lnTo>
                <a:lnTo>
                  <a:pt x="59081" y="40028"/>
                </a:lnTo>
                <a:lnTo>
                  <a:pt x="56701" y="37966"/>
                </a:lnTo>
                <a:lnTo>
                  <a:pt x="54950" y="35300"/>
                </a:lnTo>
                <a:lnTo>
                  <a:pt x="53198" y="32633"/>
                </a:lnTo>
                <a:lnTo>
                  <a:pt x="52322" y="29641"/>
                </a:lnTo>
                <a:lnTo>
                  <a:pt x="52322" y="26323"/>
                </a:lnTo>
                <a:lnTo>
                  <a:pt x="52322" y="20401"/>
                </a:lnTo>
                <a:lnTo>
                  <a:pt x="54206" y="15828"/>
                </a:lnTo>
                <a:lnTo>
                  <a:pt x="57973" y="12603"/>
                </a:lnTo>
                <a:lnTo>
                  <a:pt x="61740" y="9379"/>
                </a:lnTo>
                <a:lnTo>
                  <a:pt x="66507" y="7766"/>
                </a:lnTo>
                <a:lnTo>
                  <a:pt x="72274" y="7766"/>
                </a:lnTo>
                <a:lnTo>
                  <a:pt x="78072" y="7766"/>
                </a:lnTo>
                <a:lnTo>
                  <a:pt x="82855" y="9379"/>
                </a:lnTo>
                <a:lnTo>
                  <a:pt x="86622" y="12603"/>
                </a:lnTo>
                <a:lnTo>
                  <a:pt x="90389" y="15828"/>
                </a:lnTo>
                <a:lnTo>
                  <a:pt x="92273" y="20401"/>
                </a:lnTo>
                <a:lnTo>
                  <a:pt x="92273" y="26323"/>
                </a:lnTo>
                <a:lnTo>
                  <a:pt x="92273" y="29672"/>
                </a:lnTo>
                <a:lnTo>
                  <a:pt x="82367" y="41485"/>
                </a:lnTo>
                <a:lnTo>
                  <a:pt x="85870" y="42974"/>
                </a:lnTo>
                <a:lnTo>
                  <a:pt x="88661" y="45175"/>
                </a:lnTo>
                <a:lnTo>
                  <a:pt x="90738" y="48090"/>
                </a:lnTo>
                <a:lnTo>
                  <a:pt x="92815" y="51004"/>
                </a:lnTo>
                <a:lnTo>
                  <a:pt x="93854" y="54337"/>
                </a:lnTo>
                <a:lnTo>
                  <a:pt x="93854" y="58089"/>
                </a:lnTo>
                <a:close/>
              </a:path>
              <a:path w="358775" h="98425">
                <a:moveTo>
                  <a:pt x="83669" y="26463"/>
                </a:moveTo>
                <a:lnTo>
                  <a:pt x="83669" y="23083"/>
                </a:lnTo>
                <a:lnTo>
                  <a:pt x="82615" y="20301"/>
                </a:lnTo>
                <a:lnTo>
                  <a:pt x="80506" y="18115"/>
                </a:lnTo>
                <a:lnTo>
                  <a:pt x="78398" y="15929"/>
                </a:lnTo>
                <a:lnTo>
                  <a:pt x="75654" y="14836"/>
                </a:lnTo>
                <a:lnTo>
                  <a:pt x="72274" y="14836"/>
                </a:lnTo>
                <a:lnTo>
                  <a:pt x="68895" y="14836"/>
                </a:lnTo>
                <a:lnTo>
                  <a:pt x="66166" y="15882"/>
                </a:lnTo>
                <a:lnTo>
                  <a:pt x="64089" y="17975"/>
                </a:lnTo>
                <a:lnTo>
                  <a:pt x="62011" y="20068"/>
                </a:lnTo>
                <a:lnTo>
                  <a:pt x="60973" y="22897"/>
                </a:lnTo>
                <a:lnTo>
                  <a:pt x="60973" y="26463"/>
                </a:lnTo>
                <a:lnTo>
                  <a:pt x="60973" y="29967"/>
                </a:lnTo>
                <a:lnTo>
                  <a:pt x="62011" y="32773"/>
                </a:lnTo>
                <a:lnTo>
                  <a:pt x="64089" y="34881"/>
                </a:lnTo>
                <a:lnTo>
                  <a:pt x="66166" y="36990"/>
                </a:lnTo>
                <a:lnTo>
                  <a:pt x="68910" y="38044"/>
                </a:lnTo>
                <a:lnTo>
                  <a:pt x="72321" y="38044"/>
                </a:lnTo>
                <a:lnTo>
                  <a:pt x="75700" y="38044"/>
                </a:lnTo>
                <a:lnTo>
                  <a:pt x="78437" y="36990"/>
                </a:lnTo>
                <a:lnTo>
                  <a:pt x="80529" y="34881"/>
                </a:lnTo>
                <a:lnTo>
                  <a:pt x="82622" y="32773"/>
                </a:lnTo>
                <a:lnTo>
                  <a:pt x="83669" y="29967"/>
                </a:lnTo>
                <a:lnTo>
                  <a:pt x="83669" y="26463"/>
                </a:lnTo>
                <a:close/>
              </a:path>
              <a:path w="358775" h="98425">
                <a:moveTo>
                  <a:pt x="85204" y="57903"/>
                </a:moveTo>
                <a:lnTo>
                  <a:pt x="85204" y="54120"/>
                </a:lnTo>
                <a:lnTo>
                  <a:pt x="84002" y="51035"/>
                </a:lnTo>
                <a:lnTo>
                  <a:pt x="81599" y="48648"/>
                </a:lnTo>
                <a:lnTo>
                  <a:pt x="79196" y="46260"/>
                </a:lnTo>
                <a:lnTo>
                  <a:pt x="76072" y="45067"/>
                </a:lnTo>
                <a:lnTo>
                  <a:pt x="72228" y="45067"/>
                </a:lnTo>
                <a:lnTo>
                  <a:pt x="68290" y="45067"/>
                </a:lnTo>
                <a:lnTo>
                  <a:pt x="65166" y="46260"/>
                </a:lnTo>
                <a:lnTo>
                  <a:pt x="62856" y="48648"/>
                </a:lnTo>
                <a:lnTo>
                  <a:pt x="60546" y="51035"/>
                </a:lnTo>
                <a:lnTo>
                  <a:pt x="59391" y="54120"/>
                </a:lnTo>
                <a:lnTo>
                  <a:pt x="59391" y="57903"/>
                </a:lnTo>
                <a:lnTo>
                  <a:pt x="59391" y="61810"/>
                </a:lnTo>
                <a:lnTo>
                  <a:pt x="60546" y="64848"/>
                </a:lnTo>
                <a:lnTo>
                  <a:pt x="62856" y="67019"/>
                </a:lnTo>
                <a:lnTo>
                  <a:pt x="65166" y="69189"/>
                </a:lnTo>
                <a:lnTo>
                  <a:pt x="68321" y="70274"/>
                </a:lnTo>
                <a:lnTo>
                  <a:pt x="72321" y="70274"/>
                </a:lnTo>
                <a:lnTo>
                  <a:pt x="76320" y="70274"/>
                </a:lnTo>
                <a:lnTo>
                  <a:pt x="79467" y="69189"/>
                </a:lnTo>
                <a:lnTo>
                  <a:pt x="81762" y="67019"/>
                </a:lnTo>
                <a:lnTo>
                  <a:pt x="84056" y="64848"/>
                </a:lnTo>
                <a:lnTo>
                  <a:pt x="85204" y="61810"/>
                </a:lnTo>
                <a:lnTo>
                  <a:pt x="85204" y="57903"/>
                </a:lnTo>
                <a:close/>
              </a:path>
              <a:path w="358775" h="98425">
                <a:moveTo>
                  <a:pt x="128968" y="48880"/>
                </a:moveTo>
                <a:lnTo>
                  <a:pt x="128968" y="39888"/>
                </a:lnTo>
                <a:lnTo>
                  <a:pt x="130255" y="32029"/>
                </a:lnTo>
                <a:lnTo>
                  <a:pt x="132829" y="25300"/>
                </a:lnTo>
                <a:lnTo>
                  <a:pt x="135402" y="18572"/>
                </a:lnTo>
                <a:lnTo>
                  <a:pt x="138456" y="13084"/>
                </a:lnTo>
                <a:lnTo>
                  <a:pt x="141991" y="8836"/>
                </a:lnTo>
                <a:lnTo>
                  <a:pt x="145525" y="4588"/>
                </a:lnTo>
                <a:lnTo>
                  <a:pt x="148766" y="1643"/>
                </a:lnTo>
                <a:lnTo>
                  <a:pt x="151711" y="0"/>
                </a:lnTo>
                <a:lnTo>
                  <a:pt x="153525" y="5674"/>
                </a:lnTo>
                <a:lnTo>
                  <a:pt x="149866" y="8433"/>
                </a:lnTo>
                <a:lnTo>
                  <a:pt x="146293" y="13355"/>
                </a:lnTo>
                <a:lnTo>
                  <a:pt x="137573" y="49438"/>
                </a:lnTo>
                <a:lnTo>
                  <a:pt x="137900" y="57842"/>
                </a:lnTo>
                <a:lnTo>
                  <a:pt x="153525" y="93064"/>
                </a:lnTo>
                <a:lnTo>
                  <a:pt x="151711" y="98273"/>
                </a:lnTo>
                <a:lnTo>
                  <a:pt x="148766" y="96660"/>
                </a:lnTo>
                <a:lnTo>
                  <a:pt x="145525" y="93730"/>
                </a:lnTo>
                <a:lnTo>
                  <a:pt x="141991" y="89482"/>
                </a:lnTo>
                <a:lnTo>
                  <a:pt x="138456" y="85235"/>
                </a:lnTo>
                <a:lnTo>
                  <a:pt x="135402" y="79754"/>
                </a:lnTo>
                <a:lnTo>
                  <a:pt x="132829" y="73042"/>
                </a:lnTo>
                <a:lnTo>
                  <a:pt x="130255" y="66329"/>
                </a:lnTo>
                <a:lnTo>
                  <a:pt x="128968" y="58275"/>
                </a:lnTo>
                <a:lnTo>
                  <a:pt x="128968" y="48880"/>
                </a:lnTo>
                <a:close/>
              </a:path>
              <a:path w="358775" h="98425">
                <a:moveTo>
                  <a:pt x="157804" y="55624"/>
                </a:moveTo>
                <a:lnTo>
                  <a:pt x="188128" y="8697"/>
                </a:lnTo>
                <a:lnTo>
                  <a:pt x="197290" y="8697"/>
                </a:lnTo>
                <a:lnTo>
                  <a:pt x="197290" y="53624"/>
                </a:lnTo>
                <a:lnTo>
                  <a:pt x="206731" y="53624"/>
                </a:lnTo>
                <a:lnTo>
                  <a:pt x="206731" y="60693"/>
                </a:lnTo>
                <a:lnTo>
                  <a:pt x="197290" y="60693"/>
                </a:lnTo>
                <a:lnTo>
                  <a:pt x="197290" y="76413"/>
                </a:lnTo>
                <a:lnTo>
                  <a:pt x="188686" y="76413"/>
                </a:lnTo>
                <a:lnTo>
                  <a:pt x="188686" y="60693"/>
                </a:lnTo>
                <a:lnTo>
                  <a:pt x="157804" y="60693"/>
                </a:lnTo>
                <a:lnTo>
                  <a:pt x="157804" y="55624"/>
                </a:lnTo>
                <a:close/>
              </a:path>
              <a:path w="358775" h="98425">
                <a:moveTo>
                  <a:pt x="167571" y="53624"/>
                </a:moveTo>
                <a:lnTo>
                  <a:pt x="188686" y="53624"/>
                </a:lnTo>
                <a:lnTo>
                  <a:pt x="188686" y="20370"/>
                </a:lnTo>
                <a:lnTo>
                  <a:pt x="187616" y="22277"/>
                </a:lnTo>
                <a:lnTo>
                  <a:pt x="167571" y="53624"/>
                </a:lnTo>
                <a:close/>
              </a:path>
              <a:path w="358775" h="98425">
                <a:moveTo>
                  <a:pt x="225381" y="44183"/>
                </a:moveTo>
                <a:lnTo>
                  <a:pt x="218498" y="42416"/>
                </a:lnTo>
                <a:lnTo>
                  <a:pt x="221893" y="8697"/>
                </a:lnTo>
                <a:lnTo>
                  <a:pt x="256635" y="8697"/>
                </a:lnTo>
                <a:lnTo>
                  <a:pt x="256635" y="16650"/>
                </a:lnTo>
                <a:lnTo>
                  <a:pt x="229195" y="16650"/>
                </a:lnTo>
                <a:lnTo>
                  <a:pt x="227148" y="35067"/>
                </a:lnTo>
                <a:lnTo>
                  <a:pt x="230559" y="33114"/>
                </a:lnTo>
                <a:lnTo>
                  <a:pt x="234326" y="32137"/>
                </a:lnTo>
                <a:lnTo>
                  <a:pt x="238450" y="32137"/>
                </a:lnTo>
                <a:lnTo>
                  <a:pt x="244682" y="32137"/>
                </a:lnTo>
                <a:lnTo>
                  <a:pt x="249605" y="34191"/>
                </a:lnTo>
                <a:lnTo>
                  <a:pt x="253217" y="38299"/>
                </a:lnTo>
                <a:lnTo>
                  <a:pt x="256829" y="42408"/>
                </a:lnTo>
                <a:lnTo>
                  <a:pt x="258635" y="47919"/>
                </a:lnTo>
                <a:lnTo>
                  <a:pt x="258635" y="54833"/>
                </a:lnTo>
                <a:lnTo>
                  <a:pt x="258635" y="61314"/>
                </a:lnTo>
                <a:lnTo>
                  <a:pt x="256868" y="66685"/>
                </a:lnTo>
                <a:lnTo>
                  <a:pt x="253333" y="70949"/>
                </a:lnTo>
                <a:lnTo>
                  <a:pt x="249798" y="75212"/>
                </a:lnTo>
                <a:lnTo>
                  <a:pt x="244419" y="77344"/>
                </a:lnTo>
                <a:lnTo>
                  <a:pt x="237194" y="77344"/>
                </a:lnTo>
                <a:lnTo>
                  <a:pt x="231706" y="77344"/>
                </a:lnTo>
                <a:lnTo>
                  <a:pt x="216033" y="58601"/>
                </a:lnTo>
                <a:lnTo>
                  <a:pt x="224218" y="58601"/>
                </a:lnTo>
                <a:lnTo>
                  <a:pt x="225304" y="66383"/>
                </a:lnTo>
                <a:lnTo>
                  <a:pt x="229629" y="70274"/>
                </a:lnTo>
                <a:lnTo>
                  <a:pt x="237194" y="70274"/>
                </a:lnTo>
                <a:lnTo>
                  <a:pt x="241256" y="70274"/>
                </a:lnTo>
                <a:lnTo>
                  <a:pt x="244403" y="68895"/>
                </a:lnTo>
                <a:lnTo>
                  <a:pt x="246636" y="66135"/>
                </a:lnTo>
                <a:lnTo>
                  <a:pt x="248868" y="63375"/>
                </a:lnTo>
                <a:lnTo>
                  <a:pt x="249984" y="59639"/>
                </a:lnTo>
                <a:lnTo>
                  <a:pt x="249984" y="54926"/>
                </a:lnTo>
                <a:lnTo>
                  <a:pt x="249984" y="50679"/>
                </a:lnTo>
                <a:lnTo>
                  <a:pt x="248814" y="47105"/>
                </a:lnTo>
                <a:lnTo>
                  <a:pt x="246473" y="44206"/>
                </a:lnTo>
                <a:lnTo>
                  <a:pt x="244132" y="41307"/>
                </a:lnTo>
                <a:lnTo>
                  <a:pt x="240791" y="39858"/>
                </a:lnTo>
                <a:lnTo>
                  <a:pt x="236450" y="39858"/>
                </a:lnTo>
                <a:lnTo>
                  <a:pt x="233567" y="39858"/>
                </a:lnTo>
                <a:lnTo>
                  <a:pt x="231381" y="40245"/>
                </a:lnTo>
                <a:lnTo>
                  <a:pt x="229892" y="41020"/>
                </a:lnTo>
                <a:lnTo>
                  <a:pt x="228404" y="41795"/>
                </a:lnTo>
                <a:lnTo>
                  <a:pt x="226900" y="42850"/>
                </a:lnTo>
                <a:lnTo>
                  <a:pt x="225381" y="44183"/>
                </a:lnTo>
                <a:close/>
              </a:path>
              <a:path w="358775" h="98425">
                <a:moveTo>
                  <a:pt x="267285" y="21719"/>
                </a:moveTo>
                <a:lnTo>
                  <a:pt x="267285" y="17874"/>
                </a:lnTo>
                <a:lnTo>
                  <a:pt x="268526" y="14580"/>
                </a:lnTo>
                <a:lnTo>
                  <a:pt x="271006" y="11836"/>
                </a:lnTo>
                <a:lnTo>
                  <a:pt x="273487" y="9092"/>
                </a:lnTo>
                <a:lnTo>
                  <a:pt x="276866" y="7720"/>
                </a:lnTo>
                <a:lnTo>
                  <a:pt x="281145" y="7720"/>
                </a:lnTo>
                <a:lnTo>
                  <a:pt x="285486" y="7720"/>
                </a:lnTo>
                <a:lnTo>
                  <a:pt x="288889" y="9092"/>
                </a:lnTo>
                <a:lnTo>
                  <a:pt x="291354" y="11836"/>
                </a:lnTo>
                <a:lnTo>
                  <a:pt x="293819" y="14580"/>
                </a:lnTo>
                <a:lnTo>
                  <a:pt x="295051" y="17874"/>
                </a:lnTo>
                <a:lnTo>
                  <a:pt x="295051" y="21719"/>
                </a:lnTo>
                <a:lnTo>
                  <a:pt x="295051" y="25300"/>
                </a:lnTo>
                <a:lnTo>
                  <a:pt x="295051" y="29083"/>
                </a:lnTo>
                <a:lnTo>
                  <a:pt x="293827" y="32346"/>
                </a:lnTo>
                <a:lnTo>
                  <a:pt x="291377" y="35090"/>
                </a:lnTo>
                <a:lnTo>
                  <a:pt x="288928" y="37834"/>
                </a:lnTo>
                <a:lnTo>
                  <a:pt x="285548" y="39206"/>
                </a:lnTo>
                <a:lnTo>
                  <a:pt x="281238" y="39206"/>
                </a:lnTo>
                <a:lnTo>
                  <a:pt x="276928" y="39206"/>
                </a:lnTo>
                <a:lnTo>
                  <a:pt x="273525" y="37834"/>
                </a:lnTo>
                <a:lnTo>
                  <a:pt x="271029" y="35090"/>
                </a:lnTo>
                <a:lnTo>
                  <a:pt x="268534" y="32346"/>
                </a:lnTo>
                <a:lnTo>
                  <a:pt x="267285" y="29083"/>
                </a:lnTo>
                <a:lnTo>
                  <a:pt x="267285" y="25300"/>
                </a:lnTo>
                <a:lnTo>
                  <a:pt x="267285" y="21719"/>
                </a:lnTo>
                <a:close/>
              </a:path>
              <a:path w="358775" h="98425">
                <a:moveTo>
                  <a:pt x="273750" y="25300"/>
                </a:moveTo>
                <a:lnTo>
                  <a:pt x="273750" y="27440"/>
                </a:lnTo>
                <a:lnTo>
                  <a:pt x="274363" y="29362"/>
                </a:lnTo>
                <a:lnTo>
                  <a:pt x="275587" y="31067"/>
                </a:lnTo>
                <a:lnTo>
                  <a:pt x="276812" y="32773"/>
                </a:lnTo>
                <a:lnTo>
                  <a:pt x="278696" y="33625"/>
                </a:lnTo>
                <a:lnTo>
                  <a:pt x="281238" y="33625"/>
                </a:lnTo>
                <a:lnTo>
                  <a:pt x="283719" y="33625"/>
                </a:lnTo>
                <a:lnTo>
                  <a:pt x="285563" y="32780"/>
                </a:lnTo>
                <a:lnTo>
                  <a:pt x="286773" y="31091"/>
                </a:lnTo>
                <a:lnTo>
                  <a:pt x="287982" y="29401"/>
                </a:lnTo>
                <a:lnTo>
                  <a:pt x="288587" y="27471"/>
                </a:lnTo>
                <a:lnTo>
                  <a:pt x="288587" y="25300"/>
                </a:lnTo>
                <a:lnTo>
                  <a:pt x="288587" y="21719"/>
                </a:lnTo>
                <a:lnTo>
                  <a:pt x="288587" y="19549"/>
                </a:lnTo>
                <a:lnTo>
                  <a:pt x="287974" y="17603"/>
                </a:lnTo>
                <a:lnTo>
                  <a:pt x="286749" y="15882"/>
                </a:lnTo>
                <a:lnTo>
                  <a:pt x="285525" y="14161"/>
                </a:lnTo>
                <a:lnTo>
                  <a:pt x="283657" y="13301"/>
                </a:lnTo>
                <a:lnTo>
                  <a:pt x="281145" y="13301"/>
                </a:lnTo>
                <a:lnTo>
                  <a:pt x="278665" y="13301"/>
                </a:lnTo>
                <a:lnTo>
                  <a:pt x="276812" y="14161"/>
                </a:lnTo>
                <a:lnTo>
                  <a:pt x="275587" y="15882"/>
                </a:lnTo>
                <a:lnTo>
                  <a:pt x="274363" y="17603"/>
                </a:lnTo>
                <a:lnTo>
                  <a:pt x="273750" y="19549"/>
                </a:lnTo>
                <a:lnTo>
                  <a:pt x="273750" y="21719"/>
                </a:lnTo>
                <a:lnTo>
                  <a:pt x="273750" y="25300"/>
                </a:lnTo>
                <a:close/>
              </a:path>
              <a:path w="358775" h="98425">
                <a:moveTo>
                  <a:pt x="316259" y="18324"/>
                </a:moveTo>
                <a:lnTo>
                  <a:pt x="283192" y="71251"/>
                </a:lnTo>
                <a:lnTo>
                  <a:pt x="278355" y="68181"/>
                </a:lnTo>
                <a:lnTo>
                  <a:pt x="311422" y="15254"/>
                </a:lnTo>
                <a:lnTo>
                  <a:pt x="316259" y="18324"/>
                </a:lnTo>
                <a:close/>
              </a:path>
              <a:path w="358775" h="98425">
                <a:moveTo>
                  <a:pt x="300260" y="59810"/>
                </a:moveTo>
                <a:lnTo>
                  <a:pt x="300260" y="55996"/>
                </a:lnTo>
                <a:lnTo>
                  <a:pt x="301500" y="52717"/>
                </a:lnTo>
                <a:lnTo>
                  <a:pt x="303981" y="49973"/>
                </a:lnTo>
                <a:lnTo>
                  <a:pt x="306462" y="47229"/>
                </a:lnTo>
                <a:lnTo>
                  <a:pt x="309841" y="45857"/>
                </a:lnTo>
                <a:lnTo>
                  <a:pt x="314120" y="45857"/>
                </a:lnTo>
                <a:lnTo>
                  <a:pt x="318461" y="45857"/>
                </a:lnTo>
                <a:lnTo>
                  <a:pt x="321864" y="47229"/>
                </a:lnTo>
                <a:lnTo>
                  <a:pt x="324329" y="49973"/>
                </a:lnTo>
                <a:lnTo>
                  <a:pt x="326793" y="52717"/>
                </a:lnTo>
                <a:lnTo>
                  <a:pt x="328026" y="55996"/>
                </a:lnTo>
                <a:lnTo>
                  <a:pt x="328026" y="59810"/>
                </a:lnTo>
                <a:lnTo>
                  <a:pt x="328026" y="63437"/>
                </a:lnTo>
                <a:lnTo>
                  <a:pt x="328026" y="67251"/>
                </a:lnTo>
                <a:lnTo>
                  <a:pt x="326801" y="70530"/>
                </a:lnTo>
                <a:lnTo>
                  <a:pt x="324352" y="73274"/>
                </a:lnTo>
                <a:lnTo>
                  <a:pt x="321902" y="76018"/>
                </a:lnTo>
                <a:lnTo>
                  <a:pt x="318523" y="77390"/>
                </a:lnTo>
                <a:lnTo>
                  <a:pt x="314213" y="77390"/>
                </a:lnTo>
                <a:lnTo>
                  <a:pt x="309872" y="77390"/>
                </a:lnTo>
                <a:lnTo>
                  <a:pt x="306462" y="76018"/>
                </a:lnTo>
                <a:lnTo>
                  <a:pt x="303981" y="73274"/>
                </a:lnTo>
                <a:lnTo>
                  <a:pt x="301500" y="70530"/>
                </a:lnTo>
                <a:lnTo>
                  <a:pt x="300260" y="67251"/>
                </a:lnTo>
                <a:lnTo>
                  <a:pt x="300260" y="63437"/>
                </a:lnTo>
                <a:lnTo>
                  <a:pt x="300260" y="59810"/>
                </a:lnTo>
                <a:close/>
              </a:path>
              <a:path w="358775" h="98425">
                <a:moveTo>
                  <a:pt x="306725" y="63437"/>
                </a:moveTo>
                <a:lnTo>
                  <a:pt x="306725" y="65608"/>
                </a:lnTo>
                <a:lnTo>
                  <a:pt x="307337" y="67546"/>
                </a:lnTo>
                <a:lnTo>
                  <a:pt x="308562" y="69251"/>
                </a:lnTo>
                <a:lnTo>
                  <a:pt x="309787" y="70956"/>
                </a:lnTo>
                <a:lnTo>
                  <a:pt x="311670" y="71809"/>
                </a:lnTo>
                <a:lnTo>
                  <a:pt x="314213" y="71809"/>
                </a:lnTo>
                <a:lnTo>
                  <a:pt x="316724" y="71809"/>
                </a:lnTo>
                <a:lnTo>
                  <a:pt x="318585" y="70964"/>
                </a:lnTo>
                <a:lnTo>
                  <a:pt x="319794" y="69274"/>
                </a:lnTo>
                <a:lnTo>
                  <a:pt x="321003" y="67584"/>
                </a:lnTo>
                <a:lnTo>
                  <a:pt x="321608" y="65639"/>
                </a:lnTo>
                <a:lnTo>
                  <a:pt x="321608" y="63437"/>
                </a:lnTo>
                <a:lnTo>
                  <a:pt x="321608" y="59810"/>
                </a:lnTo>
                <a:lnTo>
                  <a:pt x="321608" y="57608"/>
                </a:lnTo>
                <a:lnTo>
                  <a:pt x="320995" y="55663"/>
                </a:lnTo>
                <a:lnTo>
                  <a:pt x="319771" y="53973"/>
                </a:lnTo>
                <a:lnTo>
                  <a:pt x="318546" y="52283"/>
                </a:lnTo>
                <a:lnTo>
                  <a:pt x="316662" y="51438"/>
                </a:lnTo>
                <a:lnTo>
                  <a:pt x="314120" y="51438"/>
                </a:lnTo>
                <a:lnTo>
                  <a:pt x="311639" y="51438"/>
                </a:lnTo>
                <a:lnTo>
                  <a:pt x="309787" y="52283"/>
                </a:lnTo>
                <a:lnTo>
                  <a:pt x="308562" y="53973"/>
                </a:lnTo>
                <a:lnTo>
                  <a:pt x="307337" y="55663"/>
                </a:lnTo>
                <a:lnTo>
                  <a:pt x="306725" y="57608"/>
                </a:lnTo>
                <a:lnTo>
                  <a:pt x="306725" y="59810"/>
                </a:lnTo>
                <a:lnTo>
                  <a:pt x="306725" y="63437"/>
                </a:lnTo>
                <a:close/>
              </a:path>
              <a:path w="358775" h="98425">
                <a:moveTo>
                  <a:pt x="358536" y="48880"/>
                </a:moveTo>
                <a:lnTo>
                  <a:pt x="358536" y="49345"/>
                </a:lnTo>
                <a:lnTo>
                  <a:pt x="358536" y="56136"/>
                </a:lnTo>
                <a:lnTo>
                  <a:pt x="357776" y="62275"/>
                </a:lnTo>
                <a:lnTo>
                  <a:pt x="356257" y="67763"/>
                </a:lnTo>
                <a:lnTo>
                  <a:pt x="354738" y="73251"/>
                </a:lnTo>
                <a:lnTo>
                  <a:pt x="352800" y="78049"/>
                </a:lnTo>
                <a:lnTo>
                  <a:pt x="350443" y="82157"/>
                </a:lnTo>
                <a:lnTo>
                  <a:pt x="348087" y="86266"/>
                </a:lnTo>
                <a:lnTo>
                  <a:pt x="345606" y="89676"/>
                </a:lnTo>
                <a:lnTo>
                  <a:pt x="343002" y="92389"/>
                </a:lnTo>
                <a:lnTo>
                  <a:pt x="340397" y="95102"/>
                </a:lnTo>
                <a:lnTo>
                  <a:pt x="337994" y="97063"/>
                </a:lnTo>
                <a:lnTo>
                  <a:pt x="335793" y="98273"/>
                </a:lnTo>
                <a:lnTo>
                  <a:pt x="333979" y="93064"/>
                </a:lnTo>
                <a:lnTo>
                  <a:pt x="335809" y="91668"/>
                </a:lnTo>
                <a:lnTo>
                  <a:pt x="337653" y="89723"/>
                </a:lnTo>
                <a:lnTo>
                  <a:pt x="339514" y="87227"/>
                </a:lnTo>
                <a:lnTo>
                  <a:pt x="341374" y="84731"/>
                </a:lnTo>
                <a:lnTo>
                  <a:pt x="343095" y="81661"/>
                </a:lnTo>
                <a:lnTo>
                  <a:pt x="344676" y="78018"/>
                </a:lnTo>
                <a:lnTo>
                  <a:pt x="346257" y="74375"/>
                </a:lnTo>
                <a:lnTo>
                  <a:pt x="347529" y="70174"/>
                </a:lnTo>
                <a:lnTo>
                  <a:pt x="348490" y="65414"/>
                </a:lnTo>
                <a:lnTo>
                  <a:pt x="349451" y="60655"/>
                </a:lnTo>
                <a:lnTo>
                  <a:pt x="349932" y="55329"/>
                </a:lnTo>
                <a:lnTo>
                  <a:pt x="349932" y="49438"/>
                </a:lnTo>
                <a:lnTo>
                  <a:pt x="349932" y="48787"/>
                </a:lnTo>
                <a:lnTo>
                  <a:pt x="349932" y="42896"/>
                </a:lnTo>
                <a:lnTo>
                  <a:pt x="349420" y="37571"/>
                </a:lnTo>
                <a:lnTo>
                  <a:pt x="348397" y="32811"/>
                </a:lnTo>
                <a:lnTo>
                  <a:pt x="347374" y="28052"/>
                </a:lnTo>
                <a:lnTo>
                  <a:pt x="346048" y="23859"/>
                </a:lnTo>
                <a:lnTo>
                  <a:pt x="344420" y="20231"/>
                </a:lnTo>
                <a:lnTo>
                  <a:pt x="342793" y="16603"/>
                </a:lnTo>
                <a:lnTo>
                  <a:pt x="341056" y="13541"/>
                </a:lnTo>
                <a:lnTo>
                  <a:pt x="339211" y="11045"/>
                </a:lnTo>
                <a:lnTo>
                  <a:pt x="337367" y="8549"/>
                </a:lnTo>
                <a:lnTo>
                  <a:pt x="335622" y="6619"/>
                </a:lnTo>
                <a:lnTo>
                  <a:pt x="333979" y="5255"/>
                </a:lnTo>
                <a:lnTo>
                  <a:pt x="335793" y="0"/>
                </a:lnTo>
                <a:lnTo>
                  <a:pt x="337994" y="1209"/>
                </a:lnTo>
                <a:lnTo>
                  <a:pt x="340397" y="3170"/>
                </a:lnTo>
                <a:lnTo>
                  <a:pt x="343002" y="5883"/>
                </a:lnTo>
                <a:lnTo>
                  <a:pt x="345606" y="8596"/>
                </a:lnTo>
                <a:lnTo>
                  <a:pt x="348087" y="12014"/>
                </a:lnTo>
                <a:lnTo>
                  <a:pt x="350443" y="16138"/>
                </a:lnTo>
                <a:lnTo>
                  <a:pt x="352800" y="20262"/>
                </a:lnTo>
                <a:lnTo>
                  <a:pt x="354738" y="25060"/>
                </a:lnTo>
                <a:lnTo>
                  <a:pt x="356257" y="30533"/>
                </a:lnTo>
                <a:lnTo>
                  <a:pt x="357776" y="36005"/>
                </a:lnTo>
                <a:lnTo>
                  <a:pt x="358536" y="42121"/>
                </a:lnTo>
                <a:lnTo>
                  <a:pt x="358536" y="4888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667000" y="5567363"/>
            <a:ext cx="3981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18</a:t>
            </a:r>
            <a:r>
              <a:rPr sz="750" b="1" spc="-40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02024"/>
                </a:solidFill>
                <a:latin typeface="Roboto Bk"/>
                <a:cs typeface="Roboto Bk"/>
              </a:rPr>
              <a:t>(45%)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61"/>
            <a:ext cx="6086475" cy="9267825"/>
          </a:xfrm>
          <a:custGeom>
            <a:avLst/>
            <a:gdLst/>
            <a:ahLst/>
            <a:cxnLst/>
            <a:rect l="l" t="t" r="r" b="b"/>
            <a:pathLst>
              <a:path w="6086475" h="9267825">
                <a:moveTo>
                  <a:pt x="0" y="3214687"/>
                </a:moveTo>
                <a:lnTo>
                  <a:pt x="0" y="71437"/>
                </a:lnTo>
                <a:lnTo>
                  <a:pt x="0" y="66745"/>
                </a:lnTo>
                <a:lnTo>
                  <a:pt x="457" y="62098"/>
                </a:lnTo>
                <a:lnTo>
                  <a:pt x="12039" y="31746"/>
                </a:lnTo>
                <a:lnTo>
                  <a:pt x="14645" y="27846"/>
                </a:lnTo>
                <a:lnTo>
                  <a:pt x="17606" y="24238"/>
                </a:lnTo>
                <a:lnTo>
                  <a:pt x="20923" y="20921"/>
                </a:lnTo>
                <a:lnTo>
                  <a:pt x="24240" y="17605"/>
                </a:lnTo>
                <a:lnTo>
                  <a:pt x="27848" y="14643"/>
                </a:lnTo>
                <a:lnTo>
                  <a:pt x="31748" y="12037"/>
                </a:lnTo>
                <a:lnTo>
                  <a:pt x="35649" y="9430"/>
                </a:lnTo>
                <a:lnTo>
                  <a:pt x="39765" y="7229"/>
                </a:lnTo>
                <a:lnTo>
                  <a:pt x="44099" y="5435"/>
                </a:lnTo>
                <a:lnTo>
                  <a:pt x="48433" y="3641"/>
                </a:lnTo>
                <a:lnTo>
                  <a:pt x="52900" y="2286"/>
                </a:lnTo>
                <a:lnTo>
                  <a:pt x="57500" y="1371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7"/>
                </a:lnTo>
                <a:lnTo>
                  <a:pt x="6028973" y="1371"/>
                </a:lnTo>
                <a:lnTo>
                  <a:pt x="6033574" y="2286"/>
                </a:lnTo>
                <a:lnTo>
                  <a:pt x="6038041" y="3641"/>
                </a:lnTo>
                <a:lnTo>
                  <a:pt x="6042374" y="5435"/>
                </a:lnTo>
                <a:lnTo>
                  <a:pt x="6046708" y="7229"/>
                </a:lnTo>
                <a:lnTo>
                  <a:pt x="6050825" y="9430"/>
                </a:lnTo>
                <a:lnTo>
                  <a:pt x="6054725" y="12037"/>
                </a:lnTo>
                <a:lnTo>
                  <a:pt x="6058625" y="14643"/>
                </a:lnTo>
                <a:lnTo>
                  <a:pt x="6062234" y="17605"/>
                </a:lnTo>
                <a:lnTo>
                  <a:pt x="6065550" y="20921"/>
                </a:lnTo>
                <a:lnTo>
                  <a:pt x="6068867" y="24238"/>
                </a:lnTo>
                <a:lnTo>
                  <a:pt x="6071828" y="27846"/>
                </a:lnTo>
                <a:lnTo>
                  <a:pt x="6074433" y="31746"/>
                </a:lnTo>
                <a:lnTo>
                  <a:pt x="6077040" y="35646"/>
                </a:lnTo>
                <a:lnTo>
                  <a:pt x="6079241" y="39764"/>
                </a:lnTo>
                <a:lnTo>
                  <a:pt x="6081035" y="44096"/>
                </a:lnTo>
                <a:lnTo>
                  <a:pt x="6082831" y="48430"/>
                </a:lnTo>
                <a:lnTo>
                  <a:pt x="6084186" y="52898"/>
                </a:lnTo>
                <a:lnTo>
                  <a:pt x="6085101" y="57498"/>
                </a:lnTo>
                <a:lnTo>
                  <a:pt x="6086016" y="62100"/>
                </a:lnTo>
                <a:lnTo>
                  <a:pt x="6086474" y="66745"/>
                </a:lnTo>
                <a:lnTo>
                  <a:pt x="6086475" y="71437"/>
                </a:lnTo>
                <a:lnTo>
                  <a:pt x="6086475" y="3214687"/>
                </a:lnTo>
                <a:lnTo>
                  <a:pt x="6086474" y="3219377"/>
                </a:lnTo>
                <a:lnTo>
                  <a:pt x="6086016" y="3224023"/>
                </a:lnTo>
                <a:lnTo>
                  <a:pt x="6085101" y="3228621"/>
                </a:lnTo>
                <a:lnTo>
                  <a:pt x="6084186" y="3233221"/>
                </a:lnTo>
                <a:lnTo>
                  <a:pt x="6082831" y="3237688"/>
                </a:lnTo>
                <a:lnTo>
                  <a:pt x="6081035" y="3242020"/>
                </a:lnTo>
                <a:lnTo>
                  <a:pt x="6079241" y="3246355"/>
                </a:lnTo>
                <a:lnTo>
                  <a:pt x="6077040" y="3250473"/>
                </a:lnTo>
                <a:lnTo>
                  <a:pt x="6074433" y="3254373"/>
                </a:lnTo>
                <a:lnTo>
                  <a:pt x="6071828" y="3258272"/>
                </a:lnTo>
                <a:lnTo>
                  <a:pt x="6038041" y="3282478"/>
                </a:lnTo>
                <a:lnTo>
                  <a:pt x="6028973" y="3284748"/>
                </a:lnTo>
                <a:lnTo>
                  <a:pt x="6024373" y="3285664"/>
                </a:lnTo>
                <a:lnTo>
                  <a:pt x="6019728" y="3286123"/>
                </a:lnTo>
                <a:lnTo>
                  <a:pt x="6015037" y="3286125"/>
                </a:lnTo>
                <a:lnTo>
                  <a:pt x="71437" y="3286125"/>
                </a:lnTo>
                <a:lnTo>
                  <a:pt x="66746" y="3286123"/>
                </a:lnTo>
                <a:lnTo>
                  <a:pt x="62101" y="3285664"/>
                </a:lnTo>
                <a:lnTo>
                  <a:pt x="57500" y="3284748"/>
                </a:lnTo>
                <a:lnTo>
                  <a:pt x="52900" y="3283834"/>
                </a:lnTo>
                <a:lnTo>
                  <a:pt x="17606" y="3261881"/>
                </a:lnTo>
                <a:lnTo>
                  <a:pt x="5437" y="3242020"/>
                </a:lnTo>
                <a:lnTo>
                  <a:pt x="3642" y="3237688"/>
                </a:lnTo>
                <a:lnTo>
                  <a:pt x="2287" y="3233221"/>
                </a:lnTo>
                <a:lnTo>
                  <a:pt x="1372" y="3228621"/>
                </a:lnTo>
                <a:lnTo>
                  <a:pt x="457" y="3224023"/>
                </a:lnTo>
                <a:lnTo>
                  <a:pt x="0" y="3219377"/>
                </a:lnTo>
                <a:lnTo>
                  <a:pt x="0" y="3214687"/>
                </a:lnTo>
                <a:close/>
              </a:path>
              <a:path w="6086475" h="9267825">
                <a:moveTo>
                  <a:pt x="0" y="6281737"/>
                </a:moveTo>
                <a:lnTo>
                  <a:pt x="0" y="3367087"/>
                </a:lnTo>
                <a:lnTo>
                  <a:pt x="0" y="3362394"/>
                </a:lnTo>
                <a:lnTo>
                  <a:pt x="457" y="3357748"/>
                </a:lnTo>
                <a:lnTo>
                  <a:pt x="1372" y="3353148"/>
                </a:lnTo>
                <a:lnTo>
                  <a:pt x="2287" y="3348547"/>
                </a:lnTo>
                <a:lnTo>
                  <a:pt x="3642" y="3344079"/>
                </a:lnTo>
                <a:lnTo>
                  <a:pt x="5437" y="3339746"/>
                </a:lnTo>
                <a:lnTo>
                  <a:pt x="7232" y="3335413"/>
                </a:lnTo>
                <a:lnTo>
                  <a:pt x="9433" y="3331294"/>
                </a:lnTo>
                <a:lnTo>
                  <a:pt x="12039" y="3327394"/>
                </a:lnTo>
                <a:lnTo>
                  <a:pt x="14645" y="3323494"/>
                </a:lnTo>
                <a:lnTo>
                  <a:pt x="17606" y="3319888"/>
                </a:lnTo>
                <a:lnTo>
                  <a:pt x="20923" y="3316571"/>
                </a:lnTo>
                <a:lnTo>
                  <a:pt x="24240" y="3313253"/>
                </a:lnTo>
                <a:lnTo>
                  <a:pt x="27848" y="3310293"/>
                </a:lnTo>
                <a:lnTo>
                  <a:pt x="66746" y="3295650"/>
                </a:lnTo>
                <a:lnTo>
                  <a:pt x="71437" y="3295650"/>
                </a:lnTo>
                <a:lnTo>
                  <a:pt x="6015037" y="3295650"/>
                </a:lnTo>
                <a:lnTo>
                  <a:pt x="6019728" y="3295650"/>
                </a:lnTo>
                <a:lnTo>
                  <a:pt x="6024373" y="3296108"/>
                </a:lnTo>
                <a:lnTo>
                  <a:pt x="6062234" y="3313253"/>
                </a:lnTo>
                <a:lnTo>
                  <a:pt x="6065550" y="3316571"/>
                </a:lnTo>
                <a:lnTo>
                  <a:pt x="6068867" y="3319888"/>
                </a:lnTo>
                <a:lnTo>
                  <a:pt x="6071828" y="3323494"/>
                </a:lnTo>
                <a:lnTo>
                  <a:pt x="6074433" y="3327394"/>
                </a:lnTo>
                <a:lnTo>
                  <a:pt x="6077040" y="3331294"/>
                </a:lnTo>
                <a:lnTo>
                  <a:pt x="6079241" y="3335413"/>
                </a:lnTo>
                <a:lnTo>
                  <a:pt x="6081035" y="3339746"/>
                </a:lnTo>
                <a:lnTo>
                  <a:pt x="6082831" y="3344079"/>
                </a:lnTo>
                <a:lnTo>
                  <a:pt x="6084186" y="3348547"/>
                </a:lnTo>
                <a:lnTo>
                  <a:pt x="6085101" y="3353148"/>
                </a:lnTo>
                <a:lnTo>
                  <a:pt x="6086016" y="3357748"/>
                </a:lnTo>
                <a:lnTo>
                  <a:pt x="6086474" y="3362394"/>
                </a:lnTo>
                <a:lnTo>
                  <a:pt x="6086475" y="3367087"/>
                </a:lnTo>
                <a:lnTo>
                  <a:pt x="6086475" y="6281737"/>
                </a:lnTo>
                <a:lnTo>
                  <a:pt x="6086474" y="6286427"/>
                </a:lnTo>
                <a:lnTo>
                  <a:pt x="6086016" y="6291072"/>
                </a:lnTo>
                <a:lnTo>
                  <a:pt x="6085101" y="6295671"/>
                </a:lnTo>
                <a:lnTo>
                  <a:pt x="6084186" y="6300271"/>
                </a:lnTo>
                <a:lnTo>
                  <a:pt x="6082831" y="6304738"/>
                </a:lnTo>
                <a:lnTo>
                  <a:pt x="6081035" y="6309070"/>
                </a:lnTo>
                <a:lnTo>
                  <a:pt x="6079241" y="6313405"/>
                </a:lnTo>
                <a:lnTo>
                  <a:pt x="6077040" y="6317523"/>
                </a:lnTo>
                <a:lnTo>
                  <a:pt x="6074433" y="6321423"/>
                </a:lnTo>
                <a:lnTo>
                  <a:pt x="6071828" y="6325322"/>
                </a:lnTo>
                <a:lnTo>
                  <a:pt x="6054725" y="6341131"/>
                </a:lnTo>
                <a:lnTo>
                  <a:pt x="6050825" y="6343738"/>
                </a:lnTo>
                <a:lnTo>
                  <a:pt x="6015037" y="6353175"/>
                </a:lnTo>
                <a:lnTo>
                  <a:pt x="71437" y="6353175"/>
                </a:lnTo>
                <a:lnTo>
                  <a:pt x="31748" y="6341131"/>
                </a:lnTo>
                <a:lnTo>
                  <a:pt x="27848" y="6338527"/>
                </a:lnTo>
                <a:lnTo>
                  <a:pt x="5437" y="6309070"/>
                </a:lnTo>
                <a:lnTo>
                  <a:pt x="3642" y="6304738"/>
                </a:lnTo>
                <a:lnTo>
                  <a:pt x="2287" y="6300271"/>
                </a:lnTo>
                <a:lnTo>
                  <a:pt x="1372" y="6295671"/>
                </a:lnTo>
                <a:lnTo>
                  <a:pt x="457" y="6291072"/>
                </a:lnTo>
                <a:lnTo>
                  <a:pt x="0" y="6286427"/>
                </a:lnTo>
                <a:lnTo>
                  <a:pt x="0" y="6281737"/>
                </a:lnTo>
                <a:close/>
              </a:path>
              <a:path w="6086475" h="9267825">
                <a:moveTo>
                  <a:pt x="0" y="9196387"/>
                </a:moveTo>
                <a:lnTo>
                  <a:pt x="0" y="6434137"/>
                </a:lnTo>
                <a:lnTo>
                  <a:pt x="0" y="6429447"/>
                </a:lnTo>
                <a:lnTo>
                  <a:pt x="457" y="6424801"/>
                </a:lnTo>
                <a:lnTo>
                  <a:pt x="17606" y="6386938"/>
                </a:lnTo>
                <a:lnTo>
                  <a:pt x="20923" y="6383621"/>
                </a:lnTo>
                <a:lnTo>
                  <a:pt x="24240" y="6380303"/>
                </a:lnTo>
                <a:lnTo>
                  <a:pt x="62101" y="6363158"/>
                </a:lnTo>
                <a:lnTo>
                  <a:pt x="71437" y="6362700"/>
                </a:lnTo>
                <a:lnTo>
                  <a:pt x="6015037" y="6362700"/>
                </a:lnTo>
                <a:lnTo>
                  <a:pt x="6054725" y="6374736"/>
                </a:lnTo>
                <a:lnTo>
                  <a:pt x="6065550" y="6383621"/>
                </a:lnTo>
                <a:lnTo>
                  <a:pt x="6068867" y="6386938"/>
                </a:lnTo>
                <a:lnTo>
                  <a:pt x="6071828" y="6390547"/>
                </a:lnTo>
                <a:lnTo>
                  <a:pt x="6074433" y="6394446"/>
                </a:lnTo>
                <a:lnTo>
                  <a:pt x="6077040" y="6398346"/>
                </a:lnTo>
                <a:lnTo>
                  <a:pt x="6085101" y="6420198"/>
                </a:lnTo>
                <a:lnTo>
                  <a:pt x="6086016" y="6424801"/>
                </a:lnTo>
                <a:lnTo>
                  <a:pt x="6086474" y="6429447"/>
                </a:lnTo>
                <a:lnTo>
                  <a:pt x="6086475" y="6434137"/>
                </a:lnTo>
                <a:lnTo>
                  <a:pt x="6086475" y="9196387"/>
                </a:lnTo>
                <a:lnTo>
                  <a:pt x="6086474" y="9201077"/>
                </a:lnTo>
                <a:lnTo>
                  <a:pt x="6086016" y="9205722"/>
                </a:lnTo>
                <a:lnTo>
                  <a:pt x="6085101" y="9210318"/>
                </a:lnTo>
                <a:lnTo>
                  <a:pt x="6084186" y="9214921"/>
                </a:lnTo>
                <a:lnTo>
                  <a:pt x="6082831" y="9219388"/>
                </a:lnTo>
                <a:lnTo>
                  <a:pt x="6081035" y="9223720"/>
                </a:lnTo>
                <a:lnTo>
                  <a:pt x="6079241" y="9228053"/>
                </a:lnTo>
                <a:lnTo>
                  <a:pt x="6077040" y="9232171"/>
                </a:lnTo>
                <a:lnTo>
                  <a:pt x="6074433" y="9236071"/>
                </a:lnTo>
                <a:lnTo>
                  <a:pt x="6071828" y="9239971"/>
                </a:lnTo>
                <a:lnTo>
                  <a:pt x="6068867" y="9243580"/>
                </a:lnTo>
                <a:lnTo>
                  <a:pt x="6065550" y="9246898"/>
                </a:lnTo>
                <a:lnTo>
                  <a:pt x="6062234" y="9250217"/>
                </a:lnTo>
                <a:lnTo>
                  <a:pt x="6058625" y="9253177"/>
                </a:lnTo>
                <a:lnTo>
                  <a:pt x="6054725" y="9255781"/>
                </a:lnTo>
                <a:lnTo>
                  <a:pt x="6050825" y="9258388"/>
                </a:lnTo>
                <a:lnTo>
                  <a:pt x="6015037" y="9267825"/>
                </a:lnTo>
                <a:lnTo>
                  <a:pt x="71437" y="9267825"/>
                </a:lnTo>
                <a:lnTo>
                  <a:pt x="31748" y="9255781"/>
                </a:lnTo>
                <a:lnTo>
                  <a:pt x="27848" y="9253177"/>
                </a:lnTo>
                <a:lnTo>
                  <a:pt x="24240" y="9250217"/>
                </a:lnTo>
                <a:lnTo>
                  <a:pt x="20923" y="9246898"/>
                </a:lnTo>
                <a:lnTo>
                  <a:pt x="17606" y="9243580"/>
                </a:lnTo>
                <a:lnTo>
                  <a:pt x="5437" y="9223720"/>
                </a:lnTo>
                <a:lnTo>
                  <a:pt x="3642" y="9219388"/>
                </a:lnTo>
                <a:lnTo>
                  <a:pt x="2287" y="9214921"/>
                </a:lnTo>
                <a:lnTo>
                  <a:pt x="1372" y="9210318"/>
                </a:lnTo>
                <a:lnTo>
                  <a:pt x="457" y="9205722"/>
                </a:lnTo>
                <a:lnTo>
                  <a:pt x="0" y="9201077"/>
                </a:lnTo>
                <a:lnTo>
                  <a:pt x="0" y="91963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395854"/>
            <a:ext cx="469201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3-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Are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currently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an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active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user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any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other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social(used TikTok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at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least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once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the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last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3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days)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716672"/>
            <a:ext cx="2897505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4-</a:t>
            </a:r>
            <a:r>
              <a:rPr sz="1300" spc="27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How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long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been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using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6758554"/>
            <a:ext cx="489521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5-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How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often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open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just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pass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time</a:t>
            </a:r>
            <a:r>
              <a:rPr sz="1200" dirty="0">
                <a:solidFill>
                  <a:srgbClr val="202024"/>
                </a:solidFill>
                <a:latin typeface="Arial MT"/>
                <a:cs typeface="Arial MT"/>
              </a:rPr>
              <a:t>”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without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specific purposes"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0900" y="1355724"/>
            <a:ext cx="3171825" cy="2286000"/>
          </a:xfrm>
          <a:custGeom>
            <a:avLst/>
            <a:gdLst/>
            <a:ahLst/>
            <a:cxnLst/>
            <a:rect l="l" t="t" r="r" b="b"/>
            <a:pathLst>
              <a:path w="3171825" h="2286000">
                <a:moveTo>
                  <a:pt x="3171825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3171825" y="0"/>
                </a:lnTo>
                <a:lnTo>
                  <a:pt x="3171825" y="2286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689100" y="2746160"/>
            <a:ext cx="466725" cy="127000"/>
            <a:chOff x="1689100" y="2746160"/>
            <a:chExt cx="466725" cy="127000"/>
          </a:xfrm>
        </p:grpSpPr>
        <p:sp>
          <p:nvSpPr>
            <p:cNvPr id="11" name="object 11"/>
            <p:cNvSpPr/>
            <p:nvPr/>
          </p:nvSpPr>
          <p:spPr>
            <a:xfrm>
              <a:off x="1689100" y="2803524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1143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14300" y="95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11353" y="2768773"/>
              <a:ext cx="26034" cy="68580"/>
            </a:xfrm>
            <a:custGeom>
              <a:avLst/>
              <a:gdLst/>
              <a:ahLst/>
              <a:cxnLst/>
              <a:rect l="l" t="t" r="r" b="b"/>
              <a:pathLst>
                <a:path w="26035" h="68580">
                  <a:moveTo>
                    <a:pt x="25951" y="0"/>
                  </a:moveTo>
                  <a:lnTo>
                    <a:pt x="25951" y="68088"/>
                  </a:lnTo>
                  <a:lnTo>
                    <a:pt x="17347" y="68088"/>
                  </a:lnTo>
                  <a:lnTo>
                    <a:pt x="17347" y="10743"/>
                  </a:lnTo>
                  <a:lnTo>
                    <a:pt x="0" y="17068"/>
                  </a:lnTo>
                  <a:lnTo>
                    <a:pt x="0" y="9301"/>
                  </a:lnTo>
                  <a:lnTo>
                    <a:pt x="24603" y="0"/>
                  </a:lnTo>
                  <a:lnTo>
                    <a:pt x="25951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502" y="2746160"/>
              <a:ext cx="283257" cy="1268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06748" y="3328986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444444"/>
                </a:solidFill>
                <a:latin typeface="Roboto Bk"/>
                <a:cs typeface="Roboto Bk"/>
              </a:rPr>
              <a:t>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03896" y="3328986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20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27834" y="3328986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40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9636" y="1769267"/>
            <a:ext cx="1797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1188" y="2736055"/>
            <a:ext cx="14795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1827" y="1784135"/>
            <a:ext cx="223307" cy="12684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790950" y="1766886"/>
            <a:ext cx="2425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40</a:t>
            </a:r>
            <a:r>
              <a:rPr sz="750" b="1" spc="-40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35" dirty="0">
                <a:solidFill>
                  <a:srgbClr val="202024"/>
                </a:solidFill>
                <a:latin typeface="Roboto Bk"/>
                <a:cs typeface="Roboto Bk"/>
              </a:rPr>
              <a:t>(1</a:t>
            </a:r>
            <a:endParaRPr sz="750">
              <a:latin typeface="Roboto Bk"/>
              <a:cs typeface="Roboto Bk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636712" y="1350961"/>
          <a:ext cx="2052955" cy="1943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6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9525">
                      <a:solidFill>
                        <a:srgbClr val="EDEDED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DEDED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9525">
                      <a:solidFill>
                        <a:srgbClr val="EDEDE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33333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solidFill>
                      <a:srgbClr val="87BFC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1</a:t>
                      </a:r>
                      <a:r>
                        <a:rPr sz="750" b="1" spc="-25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202024"/>
                          </a:solidFill>
                          <a:latin typeface="Roboto Bk"/>
                          <a:cs typeface="Roboto Bk"/>
                        </a:rPr>
                        <a:t>(2.5%)</a:t>
                      </a:r>
                      <a:endParaRPr sz="750">
                        <a:latin typeface="Roboto Bk"/>
                        <a:cs typeface="Roboto Bk"/>
                      </a:endParaRPr>
                    </a:p>
                  </a:txBody>
                  <a:tcPr marL="0" marR="0" marT="0" marB="0">
                    <a:lnL w="19050">
                      <a:solidFill>
                        <a:srgbClr val="87BFC2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9525">
                      <a:solidFill>
                        <a:srgbClr val="EDEDED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DEDED"/>
                      </a:solidFill>
                      <a:prstDash val="solid"/>
                    </a:lnL>
                    <a:lnR w="9525">
                      <a:solidFill>
                        <a:srgbClr val="F7F7F7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7F7F7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B w="9525">
                      <a:solidFill>
                        <a:srgbClr val="ED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850900" y="4422774"/>
            <a:ext cx="3171825" cy="2286000"/>
            <a:chOff x="850900" y="4422774"/>
            <a:chExt cx="3171825" cy="2286000"/>
          </a:xfrm>
        </p:grpSpPr>
        <p:sp>
          <p:nvSpPr>
            <p:cNvPr id="25" name="object 25"/>
            <p:cNvSpPr/>
            <p:nvPr/>
          </p:nvSpPr>
          <p:spPr>
            <a:xfrm>
              <a:off x="850900" y="4422774"/>
              <a:ext cx="3171825" cy="2286000"/>
            </a:xfrm>
            <a:custGeom>
              <a:avLst/>
              <a:gdLst/>
              <a:ahLst/>
              <a:cxnLst/>
              <a:rect l="l" t="t" r="r" b="b"/>
              <a:pathLst>
                <a:path w="3171825" h="2286000">
                  <a:moveTo>
                    <a:pt x="3171825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41475" y="4422774"/>
              <a:ext cx="2057400" cy="1943100"/>
            </a:xfrm>
            <a:custGeom>
              <a:avLst/>
              <a:gdLst/>
              <a:ahLst/>
              <a:cxnLst/>
              <a:rect l="l" t="t" r="r" b="b"/>
              <a:pathLst>
                <a:path w="2057400" h="1943100">
                  <a:moveTo>
                    <a:pt x="0" y="0"/>
                  </a:moveTo>
                  <a:lnTo>
                    <a:pt x="2057400" y="0"/>
                  </a:lnTo>
                  <a:lnTo>
                    <a:pt x="20574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DED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41475" y="4422774"/>
              <a:ext cx="2057400" cy="1943100"/>
            </a:xfrm>
            <a:custGeom>
              <a:avLst/>
              <a:gdLst/>
              <a:ahLst/>
              <a:cxnLst/>
              <a:rect l="l" t="t" r="r" b="b"/>
              <a:pathLst>
                <a:path w="2057400" h="1943100">
                  <a:moveTo>
                    <a:pt x="9525" y="0"/>
                  </a:moveTo>
                  <a:lnTo>
                    <a:pt x="0" y="0"/>
                  </a:lnTo>
                  <a:lnTo>
                    <a:pt x="0" y="1943100"/>
                  </a:lnTo>
                  <a:lnTo>
                    <a:pt x="9525" y="1943100"/>
                  </a:lnTo>
                  <a:lnTo>
                    <a:pt x="9525" y="0"/>
                  </a:lnTo>
                  <a:close/>
                </a:path>
                <a:path w="2057400" h="1943100">
                  <a:moveTo>
                    <a:pt x="1038225" y="1752600"/>
                  </a:moveTo>
                  <a:lnTo>
                    <a:pt x="1028700" y="1752600"/>
                  </a:lnTo>
                  <a:lnTo>
                    <a:pt x="1028700" y="1943100"/>
                  </a:lnTo>
                  <a:lnTo>
                    <a:pt x="1038225" y="1943100"/>
                  </a:lnTo>
                  <a:lnTo>
                    <a:pt x="1038225" y="1752600"/>
                  </a:lnTo>
                  <a:close/>
                </a:path>
                <a:path w="2057400" h="1943100">
                  <a:moveTo>
                    <a:pt x="1038225" y="0"/>
                  </a:moveTo>
                  <a:lnTo>
                    <a:pt x="1028700" y="0"/>
                  </a:lnTo>
                  <a:lnTo>
                    <a:pt x="1028700" y="1152525"/>
                  </a:lnTo>
                  <a:lnTo>
                    <a:pt x="1038225" y="1152525"/>
                  </a:lnTo>
                  <a:lnTo>
                    <a:pt x="1038225" y="0"/>
                  </a:lnTo>
                  <a:close/>
                </a:path>
                <a:path w="2057400" h="1943100">
                  <a:moveTo>
                    <a:pt x="2057400" y="0"/>
                  </a:moveTo>
                  <a:lnTo>
                    <a:pt x="2047875" y="0"/>
                  </a:lnTo>
                  <a:lnTo>
                    <a:pt x="2047875" y="1943100"/>
                  </a:lnTo>
                  <a:lnTo>
                    <a:pt x="2057400" y="19431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55825" y="4422774"/>
              <a:ext cx="1028700" cy="1943100"/>
            </a:xfrm>
            <a:custGeom>
              <a:avLst/>
              <a:gdLst/>
              <a:ahLst/>
              <a:cxnLst/>
              <a:rect l="l" t="t" r="r" b="b"/>
              <a:pathLst>
                <a:path w="1028700" h="1943100">
                  <a:moveTo>
                    <a:pt x="9525" y="1752600"/>
                  </a:moveTo>
                  <a:lnTo>
                    <a:pt x="0" y="1752600"/>
                  </a:lnTo>
                  <a:lnTo>
                    <a:pt x="0" y="1943100"/>
                  </a:lnTo>
                  <a:lnTo>
                    <a:pt x="9525" y="1943100"/>
                  </a:lnTo>
                  <a:lnTo>
                    <a:pt x="9525" y="1752600"/>
                  </a:lnTo>
                  <a:close/>
                </a:path>
                <a:path w="1028700" h="1943100">
                  <a:moveTo>
                    <a:pt x="9525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9525" y="1152525"/>
                  </a:lnTo>
                  <a:lnTo>
                    <a:pt x="9525" y="0"/>
                  </a:lnTo>
                  <a:close/>
                </a:path>
                <a:path w="1028700" h="1943100">
                  <a:moveTo>
                    <a:pt x="1028700" y="1752600"/>
                  </a:moveTo>
                  <a:lnTo>
                    <a:pt x="1019175" y="1752600"/>
                  </a:lnTo>
                  <a:lnTo>
                    <a:pt x="1019175" y="1943100"/>
                  </a:lnTo>
                  <a:lnTo>
                    <a:pt x="1028700" y="1943100"/>
                  </a:lnTo>
                  <a:lnTo>
                    <a:pt x="1028700" y="1752600"/>
                  </a:lnTo>
                  <a:close/>
                </a:path>
                <a:path w="1028700" h="1943100">
                  <a:moveTo>
                    <a:pt x="1028700" y="0"/>
                  </a:moveTo>
                  <a:lnTo>
                    <a:pt x="1019175" y="0"/>
                  </a:lnTo>
                  <a:lnTo>
                    <a:pt x="1019175" y="1152525"/>
                  </a:lnTo>
                  <a:lnTo>
                    <a:pt x="1028700" y="1152525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51000" y="4613274"/>
              <a:ext cx="1885950" cy="1562100"/>
            </a:xfrm>
            <a:custGeom>
              <a:avLst/>
              <a:gdLst/>
              <a:ahLst/>
              <a:cxnLst/>
              <a:rect l="l" t="t" r="r" b="b"/>
              <a:pathLst>
                <a:path w="1885950" h="1562100">
                  <a:moveTo>
                    <a:pt x="200025" y="0"/>
                  </a:moveTo>
                  <a:lnTo>
                    <a:pt x="0" y="0"/>
                  </a:lnTo>
                  <a:lnTo>
                    <a:pt x="0" y="600075"/>
                  </a:lnTo>
                  <a:lnTo>
                    <a:pt x="200025" y="600075"/>
                  </a:lnTo>
                  <a:lnTo>
                    <a:pt x="200025" y="0"/>
                  </a:lnTo>
                  <a:close/>
                </a:path>
                <a:path w="1885950" h="1562100">
                  <a:moveTo>
                    <a:pt x="1885950" y="962025"/>
                  </a:moveTo>
                  <a:lnTo>
                    <a:pt x="0" y="962025"/>
                  </a:lnTo>
                  <a:lnTo>
                    <a:pt x="0" y="1562100"/>
                  </a:lnTo>
                  <a:lnTo>
                    <a:pt x="1885950" y="1562100"/>
                  </a:lnTo>
                  <a:lnTo>
                    <a:pt x="1885950" y="962025"/>
                  </a:lnTo>
                  <a:close/>
                </a:path>
              </a:pathLst>
            </a:custGeom>
            <a:solidFill>
              <a:srgbClr val="87B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41475" y="4422774"/>
              <a:ext cx="9525" cy="1943100"/>
            </a:xfrm>
            <a:custGeom>
              <a:avLst/>
              <a:gdLst/>
              <a:ahLst/>
              <a:cxnLst/>
              <a:rect l="l" t="t" r="r" b="b"/>
              <a:pathLst>
                <a:path w="9525" h="1943100">
                  <a:moveTo>
                    <a:pt x="9525" y="1943100"/>
                  </a:moveTo>
                  <a:lnTo>
                    <a:pt x="0" y="1943100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9525" y="194310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51025" y="4908549"/>
              <a:ext cx="1800225" cy="971550"/>
            </a:xfrm>
            <a:custGeom>
              <a:avLst/>
              <a:gdLst/>
              <a:ahLst/>
              <a:cxnLst/>
              <a:rect l="l" t="t" r="r" b="b"/>
              <a:pathLst>
                <a:path w="1800225" h="971550">
                  <a:moveTo>
                    <a:pt x="1143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4300" y="9525"/>
                  </a:lnTo>
                  <a:lnTo>
                    <a:pt x="114300" y="0"/>
                  </a:lnTo>
                  <a:close/>
                </a:path>
                <a:path w="1800225" h="971550">
                  <a:moveTo>
                    <a:pt x="1800225" y="962025"/>
                  </a:moveTo>
                  <a:lnTo>
                    <a:pt x="1685925" y="962025"/>
                  </a:lnTo>
                  <a:lnTo>
                    <a:pt x="1685925" y="971550"/>
                  </a:lnTo>
                  <a:lnTo>
                    <a:pt x="1800225" y="971550"/>
                  </a:lnTo>
                  <a:lnTo>
                    <a:pt x="1800225" y="962025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606748" y="6396036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444444"/>
                </a:solidFill>
                <a:latin typeface="Roboto Bk"/>
                <a:cs typeface="Roboto Bk"/>
              </a:rPr>
              <a:t>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03896" y="6396036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20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27834" y="6396036"/>
            <a:ext cx="1327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444444"/>
                </a:solidFill>
                <a:latin typeface="Roboto Bk"/>
                <a:cs typeface="Roboto Bk"/>
              </a:rPr>
              <a:t>40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9254" y="4764880"/>
            <a:ext cx="695960" cy="2730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5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Months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(up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to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50" dirty="0">
                <a:solidFill>
                  <a:srgbClr val="212121"/>
                </a:solidFill>
                <a:latin typeface="Roboto Bk"/>
                <a:cs typeface="Roboto Bk"/>
              </a:rPr>
              <a:t>1</a:t>
            </a:r>
            <a:endParaRPr sz="750">
              <a:latin typeface="Roboto Bk"/>
              <a:cs typeface="Roboto Bk"/>
            </a:endParaRPr>
          </a:p>
          <a:p>
            <a:pPr marR="5080" algn="r">
              <a:lnSpc>
                <a:spcPct val="100000"/>
              </a:lnSpc>
              <a:spcBef>
                <a:spcPts val="75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year)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71748" y="5803105"/>
            <a:ext cx="26352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Years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67789" y="4865472"/>
            <a:ext cx="310515" cy="98425"/>
          </a:xfrm>
          <a:custGeom>
            <a:avLst/>
            <a:gdLst/>
            <a:ahLst/>
            <a:cxnLst/>
            <a:rect l="l" t="t" r="r" b="b"/>
            <a:pathLst>
              <a:path w="310514" h="98425">
                <a:moveTo>
                  <a:pt x="0" y="55624"/>
                </a:moveTo>
                <a:lnTo>
                  <a:pt x="30323" y="8697"/>
                </a:lnTo>
                <a:lnTo>
                  <a:pt x="39485" y="8697"/>
                </a:lnTo>
                <a:lnTo>
                  <a:pt x="39485" y="53624"/>
                </a:lnTo>
                <a:lnTo>
                  <a:pt x="48927" y="53624"/>
                </a:lnTo>
                <a:lnTo>
                  <a:pt x="48927" y="60693"/>
                </a:lnTo>
                <a:lnTo>
                  <a:pt x="39485" y="60693"/>
                </a:lnTo>
                <a:lnTo>
                  <a:pt x="39485" y="76413"/>
                </a:lnTo>
                <a:lnTo>
                  <a:pt x="30881" y="76413"/>
                </a:lnTo>
                <a:lnTo>
                  <a:pt x="30881" y="60693"/>
                </a:lnTo>
                <a:lnTo>
                  <a:pt x="0" y="60693"/>
                </a:lnTo>
                <a:lnTo>
                  <a:pt x="0" y="55624"/>
                </a:lnTo>
                <a:close/>
              </a:path>
              <a:path w="310514" h="98425">
                <a:moveTo>
                  <a:pt x="9766" y="53624"/>
                </a:moveTo>
                <a:lnTo>
                  <a:pt x="30881" y="53624"/>
                </a:lnTo>
                <a:lnTo>
                  <a:pt x="30881" y="20370"/>
                </a:lnTo>
                <a:lnTo>
                  <a:pt x="29812" y="22277"/>
                </a:lnTo>
                <a:lnTo>
                  <a:pt x="9766" y="53624"/>
                </a:lnTo>
                <a:close/>
              </a:path>
              <a:path w="310514" h="98425">
                <a:moveTo>
                  <a:pt x="80925" y="48880"/>
                </a:moveTo>
                <a:lnTo>
                  <a:pt x="80925" y="39889"/>
                </a:lnTo>
                <a:lnTo>
                  <a:pt x="82212" y="32029"/>
                </a:lnTo>
                <a:lnTo>
                  <a:pt x="103668" y="0"/>
                </a:lnTo>
                <a:lnTo>
                  <a:pt x="105481" y="5674"/>
                </a:lnTo>
                <a:lnTo>
                  <a:pt x="101823" y="8433"/>
                </a:lnTo>
                <a:lnTo>
                  <a:pt x="98249" y="13355"/>
                </a:lnTo>
                <a:lnTo>
                  <a:pt x="89529" y="49438"/>
                </a:lnTo>
                <a:lnTo>
                  <a:pt x="89856" y="57842"/>
                </a:lnTo>
                <a:lnTo>
                  <a:pt x="105481" y="93064"/>
                </a:lnTo>
                <a:lnTo>
                  <a:pt x="103668" y="98273"/>
                </a:lnTo>
                <a:lnTo>
                  <a:pt x="82212" y="66329"/>
                </a:lnTo>
                <a:lnTo>
                  <a:pt x="80925" y="58275"/>
                </a:lnTo>
                <a:lnTo>
                  <a:pt x="80925" y="48880"/>
                </a:lnTo>
                <a:close/>
              </a:path>
              <a:path w="310514" h="98425">
                <a:moveTo>
                  <a:pt x="141200" y="8325"/>
                </a:moveTo>
                <a:lnTo>
                  <a:pt x="141200" y="76413"/>
                </a:lnTo>
                <a:lnTo>
                  <a:pt x="132596" y="76413"/>
                </a:lnTo>
                <a:lnTo>
                  <a:pt x="132596" y="19068"/>
                </a:lnTo>
                <a:lnTo>
                  <a:pt x="115248" y="25393"/>
                </a:lnTo>
                <a:lnTo>
                  <a:pt x="115248" y="17626"/>
                </a:lnTo>
                <a:lnTo>
                  <a:pt x="139851" y="8325"/>
                </a:lnTo>
                <a:lnTo>
                  <a:pt x="141200" y="8325"/>
                </a:lnTo>
                <a:close/>
              </a:path>
              <a:path w="310514" h="98425">
                <a:moveTo>
                  <a:pt x="208963" y="47485"/>
                </a:moveTo>
                <a:lnTo>
                  <a:pt x="208963" y="58585"/>
                </a:lnTo>
                <a:lnTo>
                  <a:pt x="207049" y="66337"/>
                </a:lnTo>
                <a:lnTo>
                  <a:pt x="203220" y="70739"/>
                </a:lnTo>
                <a:lnTo>
                  <a:pt x="199390" y="75142"/>
                </a:lnTo>
                <a:lnTo>
                  <a:pt x="194189" y="77344"/>
                </a:lnTo>
                <a:lnTo>
                  <a:pt x="187616" y="77344"/>
                </a:lnTo>
                <a:lnTo>
                  <a:pt x="181229" y="77344"/>
                </a:lnTo>
                <a:lnTo>
                  <a:pt x="166175" y="48555"/>
                </a:lnTo>
                <a:lnTo>
                  <a:pt x="166175" y="37160"/>
                </a:lnTo>
                <a:lnTo>
                  <a:pt x="166175" y="26091"/>
                </a:lnTo>
                <a:lnTo>
                  <a:pt x="168113" y="18425"/>
                </a:lnTo>
                <a:lnTo>
                  <a:pt x="171989" y="14161"/>
                </a:lnTo>
                <a:lnTo>
                  <a:pt x="175865" y="9898"/>
                </a:lnTo>
                <a:lnTo>
                  <a:pt x="181043" y="7766"/>
                </a:lnTo>
                <a:lnTo>
                  <a:pt x="187523" y="7766"/>
                </a:lnTo>
                <a:lnTo>
                  <a:pt x="194003" y="7766"/>
                </a:lnTo>
                <a:lnTo>
                  <a:pt x="208963" y="36090"/>
                </a:lnTo>
                <a:lnTo>
                  <a:pt x="208963" y="47485"/>
                </a:lnTo>
                <a:close/>
              </a:path>
              <a:path w="310514" h="98425">
                <a:moveTo>
                  <a:pt x="200313" y="35718"/>
                </a:moveTo>
                <a:lnTo>
                  <a:pt x="200313" y="28091"/>
                </a:lnTo>
                <a:lnTo>
                  <a:pt x="199228" y="22696"/>
                </a:lnTo>
                <a:lnTo>
                  <a:pt x="197057" y="19533"/>
                </a:lnTo>
                <a:lnTo>
                  <a:pt x="194887" y="16371"/>
                </a:lnTo>
                <a:lnTo>
                  <a:pt x="191709" y="14789"/>
                </a:lnTo>
                <a:lnTo>
                  <a:pt x="187523" y="14789"/>
                </a:lnTo>
                <a:lnTo>
                  <a:pt x="183492" y="14789"/>
                </a:lnTo>
                <a:lnTo>
                  <a:pt x="180384" y="16324"/>
                </a:lnTo>
                <a:lnTo>
                  <a:pt x="178198" y="19394"/>
                </a:lnTo>
                <a:lnTo>
                  <a:pt x="176012" y="22463"/>
                </a:lnTo>
                <a:lnTo>
                  <a:pt x="174888" y="27688"/>
                </a:lnTo>
                <a:lnTo>
                  <a:pt x="174826" y="35067"/>
                </a:lnTo>
                <a:lnTo>
                  <a:pt x="174826" y="48880"/>
                </a:lnTo>
                <a:lnTo>
                  <a:pt x="174826" y="56446"/>
                </a:lnTo>
                <a:lnTo>
                  <a:pt x="175935" y="61903"/>
                </a:lnTo>
                <a:lnTo>
                  <a:pt x="178151" y="65251"/>
                </a:lnTo>
                <a:lnTo>
                  <a:pt x="180368" y="68600"/>
                </a:lnTo>
                <a:lnTo>
                  <a:pt x="183523" y="70274"/>
                </a:lnTo>
                <a:lnTo>
                  <a:pt x="187616" y="70274"/>
                </a:lnTo>
                <a:lnTo>
                  <a:pt x="191802" y="70274"/>
                </a:lnTo>
                <a:lnTo>
                  <a:pt x="194957" y="68623"/>
                </a:lnTo>
                <a:lnTo>
                  <a:pt x="197080" y="65321"/>
                </a:lnTo>
                <a:lnTo>
                  <a:pt x="199204" y="62019"/>
                </a:lnTo>
                <a:lnTo>
                  <a:pt x="200282" y="56663"/>
                </a:lnTo>
                <a:lnTo>
                  <a:pt x="200313" y="49252"/>
                </a:lnTo>
                <a:lnTo>
                  <a:pt x="200313" y="35718"/>
                </a:lnTo>
                <a:close/>
              </a:path>
              <a:path w="310514" h="98425">
                <a:moveTo>
                  <a:pt x="219242" y="21719"/>
                </a:moveTo>
                <a:lnTo>
                  <a:pt x="219242" y="17874"/>
                </a:lnTo>
                <a:lnTo>
                  <a:pt x="220482" y="14580"/>
                </a:lnTo>
                <a:lnTo>
                  <a:pt x="222963" y="11836"/>
                </a:lnTo>
                <a:lnTo>
                  <a:pt x="225443" y="9092"/>
                </a:lnTo>
                <a:lnTo>
                  <a:pt x="228823" y="7720"/>
                </a:lnTo>
                <a:lnTo>
                  <a:pt x="233102" y="7720"/>
                </a:lnTo>
                <a:lnTo>
                  <a:pt x="237442" y="7720"/>
                </a:lnTo>
                <a:lnTo>
                  <a:pt x="240845" y="9092"/>
                </a:lnTo>
                <a:lnTo>
                  <a:pt x="243310" y="11836"/>
                </a:lnTo>
                <a:lnTo>
                  <a:pt x="245775" y="14580"/>
                </a:lnTo>
                <a:lnTo>
                  <a:pt x="247008" y="17874"/>
                </a:lnTo>
                <a:lnTo>
                  <a:pt x="247008" y="21719"/>
                </a:lnTo>
                <a:lnTo>
                  <a:pt x="247008" y="25300"/>
                </a:lnTo>
                <a:lnTo>
                  <a:pt x="247008" y="29083"/>
                </a:lnTo>
                <a:lnTo>
                  <a:pt x="245783" y="32346"/>
                </a:lnTo>
                <a:lnTo>
                  <a:pt x="243333" y="35090"/>
                </a:lnTo>
                <a:lnTo>
                  <a:pt x="240884" y="37834"/>
                </a:lnTo>
                <a:lnTo>
                  <a:pt x="237504" y="39206"/>
                </a:lnTo>
                <a:lnTo>
                  <a:pt x="233195" y="39206"/>
                </a:lnTo>
                <a:lnTo>
                  <a:pt x="228885" y="39206"/>
                </a:lnTo>
                <a:lnTo>
                  <a:pt x="225482" y="37834"/>
                </a:lnTo>
                <a:lnTo>
                  <a:pt x="222986" y="35090"/>
                </a:lnTo>
                <a:lnTo>
                  <a:pt x="220490" y="32346"/>
                </a:lnTo>
                <a:lnTo>
                  <a:pt x="219242" y="29083"/>
                </a:lnTo>
                <a:lnTo>
                  <a:pt x="219242" y="25300"/>
                </a:lnTo>
                <a:lnTo>
                  <a:pt x="219242" y="21719"/>
                </a:lnTo>
                <a:close/>
              </a:path>
              <a:path w="310514" h="98425">
                <a:moveTo>
                  <a:pt x="225707" y="25300"/>
                </a:moveTo>
                <a:lnTo>
                  <a:pt x="225707" y="27440"/>
                </a:lnTo>
                <a:lnTo>
                  <a:pt x="226319" y="29362"/>
                </a:lnTo>
                <a:lnTo>
                  <a:pt x="227544" y="31067"/>
                </a:lnTo>
                <a:lnTo>
                  <a:pt x="228769" y="32773"/>
                </a:lnTo>
                <a:lnTo>
                  <a:pt x="230652" y="33625"/>
                </a:lnTo>
                <a:lnTo>
                  <a:pt x="233195" y="33625"/>
                </a:lnTo>
                <a:lnTo>
                  <a:pt x="235675" y="33625"/>
                </a:lnTo>
                <a:lnTo>
                  <a:pt x="237520" y="32780"/>
                </a:lnTo>
                <a:lnTo>
                  <a:pt x="238729" y="31091"/>
                </a:lnTo>
                <a:lnTo>
                  <a:pt x="239938" y="29401"/>
                </a:lnTo>
                <a:lnTo>
                  <a:pt x="240543" y="27471"/>
                </a:lnTo>
                <a:lnTo>
                  <a:pt x="240543" y="25300"/>
                </a:lnTo>
                <a:lnTo>
                  <a:pt x="240543" y="21719"/>
                </a:lnTo>
                <a:lnTo>
                  <a:pt x="240543" y="19549"/>
                </a:lnTo>
                <a:lnTo>
                  <a:pt x="239931" y="17603"/>
                </a:lnTo>
                <a:lnTo>
                  <a:pt x="238706" y="15882"/>
                </a:lnTo>
                <a:lnTo>
                  <a:pt x="237481" y="14161"/>
                </a:lnTo>
                <a:lnTo>
                  <a:pt x="235613" y="13301"/>
                </a:lnTo>
                <a:lnTo>
                  <a:pt x="233102" y="13301"/>
                </a:lnTo>
                <a:lnTo>
                  <a:pt x="230621" y="13301"/>
                </a:lnTo>
                <a:lnTo>
                  <a:pt x="228769" y="14161"/>
                </a:lnTo>
                <a:lnTo>
                  <a:pt x="227544" y="15882"/>
                </a:lnTo>
                <a:lnTo>
                  <a:pt x="226319" y="17603"/>
                </a:lnTo>
                <a:lnTo>
                  <a:pt x="225707" y="19549"/>
                </a:lnTo>
                <a:lnTo>
                  <a:pt x="225707" y="21719"/>
                </a:lnTo>
                <a:lnTo>
                  <a:pt x="225707" y="25300"/>
                </a:lnTo>
                <a:close/>
              </a:path>
              <a:path w="310514" h="98425">
                <a:moveTo>
                  <a:pt x="268216" y="18324"/>
                </a:moveTo>
                <a:lnTo>
                  <a:pt x="235148" y="71251"/>
                </a:lnTo>
                <a:lnTo>
                  <a:pt x="230311" y="68181"/>
                </a:lnTo>
                <a:lnTo>
                  <a:pt x="263379" y="15254"/>
                </a:lnTo>
                <a:lnTo>
                  <a:pt x="268216" y="18324"/>
                </a:lnTo>
                <a:close/>
              </a:path>
              <a:path w="310514" h="98425">
                <a:moveTo>
                  <a:pt x="252217" y="59810"/>
                </a:moveTo>
                <a:lnTo>
                  <a:pt x="252217" y="55996"/>
                </a:lnTo>
                <a:lnTo>
                  <a:pt x="253457" y="52717"/>
                </a:lnTo>
                <a:lnTo>
                  <a:pt x="255937" y="49973"/>
                </a:lnTo>
                <a:lnTo>
                  <a:pt x="258418" y="47229"/>
                </a:lnTo>
                <a:lnTo>
                  <a:pt x="261797" y="45857"/>
                </a:lnTo>
                <a:lnTo>
                  <a:pt x="266076" y="45857"/>
                </a:lnTo>
                <a:lnTo>
                  <a:pt x="270417" y="45857"/>
                </a:lnTo>
                <a:lnTo>
                  <a:pt x="273820" y="47229"/>
                </a:lnTo>
                <a:lnTo>
                  <a:pt x="276285" y="49973"/>
                </a:lnTo>
                <a:lnTo>
                  <a:pt x="278750" y="52717"/>
                </a:lnTo>
                <a:lnTo>
                  <a:pt x="279982" y="55996"/>
                </a:lnTo>
                <a:lnTo>
                  <a:pt x="279982" y="59810"/>
                </a:lnTo>
                <a:lnTo>
                  <a:pt x="279982" y="63437"/>
                </a:lnTo>
                <a:lnTo>
                  <a:pt x="279982" y="67251"/>
                </a:lnTo>
                <a:lnTo>
                  <a:pt x="278758" y="70530"/>
                </a:lnTo>
                <a:lnTo>
                  <a:pt x="276308" y="73274"/>
                </a:lnTo>
                <a:lnTo>
                  <a:pt x="273859" y="76018"/>
                </a:lnTo>
                <a:lnTo>
                  <a:pt x="270479" y="77390"/>
                </a:lnTo>
                <a:lnTo>
                  <a:pt x="266169" y="77390"/>
                </a:lnTo>
                <a:lnTo>
                  <a:pt x="261828" y="77390"/>
                </a:lnTo>
                <a:lnTo>
                  <a:pt x="258418" y="76018"/>
                </a:lnTo>
                <a:lnTo>
                  <a:pt x="255937" y="73274"/>
                </a:lnTo>
                <a:lnTo>
                  <a:pt x="253457" y="70530"/>
                </a:lnTo>
                <a:lnTo>
                  <a:pt x="252217" y="67251"/>
                </a:lnTo>
                <a:lnTo>
                  <a:pt x="252217" y="63437"/>
                </a:lnTo>
                <a:lnTo>
                  <a:pt x="252217" y="59810"/>
                </a:lnTo>
                <a:close/>
              </a:path>
              <a:path w="310514" h="98425">
                <a:moveTo>
                  <a:pt x="258681" y="63437"/>
                </a:moveTo>
                <a:lnTo>
                  <a:pt x="258681" y="65608"/>
                </a:lnTo>
                <a:lnTo>
                  <a:pt x="259294" y="67546"/>
                </a:lnTo>
                <a:lnTo>
                  <a:pt x="260518" y="69251"/>
                </a:lnTo>
                <a:lnTo>
                  <a:pt x="261743" y="70956"/>
                </a:lnTo>
                <a:lnTo>
                  <a:pt x="263627" y="71809"/>
                </a:lnTo>
                <a:lnTo>
                  <a:pt x="266169" y="71809"/>
                </a:lnTo>
                <a:lnTo>
                  <a:pt x="268681" y="71809"/>
                </a:lnTo>
                <a:lnTo>
                  <a:pt x="270541" y="70964"/>
                </a:lnTo>
                <a:lnTo>
                  <a:pt x="271750" y="69274"/>
                </a:lnTo>
                <a:lnTo>
                  <a:pt x="272960" y="67585"/>
                </a:lnTo>
                <a:lnTo>
                  <a:pt x="273564" y="65639"/>
                </a:lnTo>
                <a:lnTo>
                  <a:pt x="273564" y="63437"/>
                </a:lnTo>
                <a:lnTo>
                  <a:pt x="273564" y="59810"/>
                </a:lnTo>
                <a:lnTo>
                  <a:pt x="273564" y="57608"/>
                </a:lnTo>
                <a:lnTo>
                  <a:pt x="272952" y="55663"/>
                </a:lnTo>
                <a:lnTo>
                  <a:pt x="271727" y="53973"/>
                </a:lnTo>
                <a:lnTo>
                  <a:pt x="270502" y="52283"/>
                </a:lnTo>
                <a:lnTo>
                  <a:pt x="268619" y="51438"/>
                </a:lnTo>
                <a:lnTo>
                  <a:pt x="266076" y="51438"/>
                </a:lnTo>
                <a:lnTo>
                  <a:pt x="263596" y="51438"/>
                </a:lnTo>
                <a:lnTo>
                  <a:pt x="261743" y="52283"/>
                </a:lnTo>
                <a:lnTo>
                  <a:pt x="260518" y="53973"/>
                </a:lnTo>
                <a:lnTo>
                  <a:pt x="259294" y="55663"/>
                </a:lnTo>
                <a:lnTo>
                  <a:pt x="258681" y="57608"/>
                </a:lnTo>
                <a:lnTo>
                  <a:pt x="258681" y="59810"/>
                </a:lnTo>
                <a:lnTo>
                  <a:pt x="258681" y="63437"/>
                </a:lnTo>
                <a:close/>
              </a:path>
              <a:path w="310514" h="98425">
                <a:moveTo>
                  <a:pt x="310492" y="48880"/>
                </a:moveTo>
                <a:lnTo>
                  <a:pt x="310492" y="49345"/>
                </a:lnTo>
                <a:lnTo>
                  <a:pt x="310492" y="56136"/>
                </a:lnTo>
                <a:lnTo>
                  <a:pt x="309732" y="62275"/>
                </a:lnTo>
                <a:lnTo>
                  <a:pt x="308213" y="67763"/>
                </a:lnTo>
                <a:lnTo>
                  <a:pt x="306694" y="73251"/>
                </a:lnTo>
                <a:lnTo>
                  <a:pt x="304756" y="78049"/>
                </a:lnTo>
                <a:lnTo>
                  <a:pt x="302400" y="82157"/>
                </a:lnTo>
                <a:lnTo>
                  <a:pt x="300043" y="86266"/>
                </a:lnTo>
                <a:lnTo>
                  <a:pt x="287749" y="98273"/>
                </a:lnTo>
                <a:lnTo>
                  <a:pt x="285936" y="93064"/>
                </a:lnTo>
                <a:lnTo>
                  <a:pt x="287765" y="91668"/>
                </a:lnTo>
                <a:lnTo>
                  <a:pt x="289610" y="89723"/>
                </a:lnTo>
                <a:lnTo>
                  <a:pt x="291470" y="87227"/>
                </a:lnTo>
                <a:lnTo>
                  <a:pt x="293330" y="84731"/>
                </a:lnTo>
                <a:lnTo>
                  <a:pt x="295051" y="81661"/>
                </a:lnTo>
                <a:lnTo>
                  <a:pt x="296633" y="78018"/>
                </a:lnTo>
                <a:lnTo>
                  <a:pt x="298214" y="74375"/>
                </a:lnTo>
                <a:lnTo>
                  <a:pt x="299485" y="70174"/>
                </a:lnTo>
                <a:lnTo>
                  <a:pt x="300446" y="65414"/>
                </a:lnTo>
                <a:lnTo>
                  <a:pt x="301407" y="60655"/>
                </a:lnTo>
                <a:lnTo>
                  <a:pt x="301888" y="55329"/>
                </a:lnTo>
                <a:lnTo>
                  <a:pt x="301888" y="49438"/>
                </a:lnTo>
                <a:lnTo>
                  <a:pt x="301888" y="48787"/>
                </a:lnTo>
                <a:lnTo>
                  <a:pt x="301888" y="42896"/>
                </a:lnTo>
                <a:lnTo>
                  <a:pt x="301376" y="37571"/>
                </a:lnTo>
                <a:lnTo>
                  <a:pt x="285936" y="5255"/>
                </a:lnTo>
                <a:lnTo>
                  <a:pt x="287749" y="0"/>
                </a:lnTo>
                <a:lnTo>
                  <a:pt x="302400" y="16138"/>
                </a:lnTo>
                <a:lnTo>
                  <a:pt x="304756" y="20262"/>
                </a:lnTo>
                <a:lnTo>
                  <a:pt x="306694" y="25060"/>
                </a:lnTo>
                <a:lnTo>
                  <a:pt x="308213" y="30533"/>
                </a:lnTo>
                <a:lnTo>
                  <a:pt x="309732" y="36005"/>
                </a:lnTo>
                <a:lnTo>
                  <a:pt x="310492" y="42121"/>
                </a:lnTo>
                <a:lnTo>
                  <a:pt x="310492" y="4888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952625" y="4833936"/>
            <a:ext cx="3448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4</a:t>
            </a:r>
            <a:r>
              <a:rPr sz="750" b="1" spc="-25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02024"/>
                </a:solidFill>
                <a:latin typeface="Roboto Bk"/>
                <a:cs typeface="Roboto Bk"/>
              </a:rPr>
              <a:t>(10%)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655668" y="5827498"/>
            <a:ext cx="367665" cy="98425"/>
          </a:xfrm>
          <a:custGeom>
            <a:avLst/>
            <a:gdLst/>
            <a:ahLst/>
            <a:cxnLst/>
            <a:rect l="l" t="t" r="r" b="b"/>
            <a:pathLst>
              <a:path w="367664" h="98425">
                <a:moveTo>
                  <a:pt x="13766" y="45392"/>
                </a:moveTo>
                <a:lnTo>
                  <a:pt x="13766" y="38323"/>
                </a:lnTo>
                <a:lnTo>
                  <a:pt x="20091" y="38323"/>
                </a:lnTo>
                <a:lnTo>
                  <a:pt x="24525" y="38292"/>
                </a:lnTo>
                <a:lnTo>
                  <a:pt x="27827" y="37176"/>
                </a:lnTo>
                <a:lnTo>
                  <a:pt x="29998" y="34974"/>
                </a:lnTo>
                <a:lnTo>
                  <a:pt x="32168" y="32773"/>
                </a:lnTo>
                <a:lnTo>
                  <a:pt x="33253" y="30029"/>
                </a:lnTo>
                <a:lnTo>
                  <a:pt x="33253" y="26742"/>
                </a:lnTo>
                <a:lnTo>
                  <a:pt x="33253" y="18805"/>
                </a:lnTo>
                <a:lnTo>
                  <a:pt x="29315" y="14836"/>
                </a:lnTo>
                <a:lnTo>
                  <a:pt x="21440" y="14836"/>
                </a:lnTo>
                <a:lnTo>
                  <a:pt x="17781" y="14836"/>
                </a:lnTo>
                <a:lnTo>
                  <a:pt x="14820" y="15882"/>
                </a:lnTo>
                <a:lnTo>
                  <a:pt x="12557" y="17975"/>
                </a:lnTo>
                <a:lnTo>
                  <a:pt x="10293" y="20068"/>
                </a:lnTo>
                <a:lnTo>
                  <a:pt x="9162" y="22882"/>
                </a:lnTo>
                <a:lnTo>
                  <a:pt x="9162" y="26416"/>
                </a:lnTo>
                <a:lnTo>
                  <a:pt x="558" y="26416"/>
                </a:lnTo>
                <a:lnTo>
                  <a:pt x="558" y="21238"/>
                </a:lnTo>
                <a:lnTo>
                  <a:pt x="2472" y="16836"/>
                </a:lnTo>
                <a:lnTo>
                  <a:pt x="6301" y="13208"/>
                </a:lnTo>
                <a:lnTo>
                  <a:pt x="10131" y="9580"/>
                </a:lnTo>
                <a:lnTo>
                  <a:pt x="15177" y="7766"/>
                </a:lnTo>
                <a:lnTo>
                  <a:pt x="21440" y="7766"/>
                </a:lnTo>
                <a:lnTo>
                  <a:pt x="27548" y="7766"/>
                </a:lnTo>
                <a:lnTo>
                  <a:pt x="32486" y="9387"/>
                </a:lnTo>
                <a:lnTo>
                  <a:pt x="36253" y="12627"/>
                </a:lnTo>
                <a:lnTo>
                  <a:pt x="40020" y="15867"/>
                </a:lnTo>
                <a:lnTo>
                  <a:pt x="41904" y="20634"/>
                </a:lnTo>
                <a:lnTo>
                  <a:pt x="41904" y="26928"/>
                </a:lnTo>
                <a:lnTo>
                  <a:pt x="41904" y="29440"/>
                </a:lnTo>
                <a:lnTo>
                  <a:pt x="41059" y="32122"/>
                </a:lnTo>
                <a:lnTo>
                  <a:pt x="39369" y="34974"/>
                </a:lnTo>
                <a:lnTo>
                  <a:pt x="37679" y="37827"/>
                </a:lnTo>
                <a:lnTo>
                  <a:pt x="34974" y="40044"/>
                </a:lnTo>
                <a:lnTo>
                  <a:pt x="31253" y="41625"/>
                </a:lnTo>
                <a:lnTo>
                  <a:pt x="35749" y="43082"/>
                </a:lnTo>
                <a:lnTo>
                  <a:pt x="38819" y="45330"/>
                </a:lnTo>
                <a:lnTo>
                  <a:pt x="40462" y="48369"/>
                </a:lnTo>
                <a:lnTo>
                  <a:pt x="42105" y="51407"/>
                </a:lnTo>
                <a:lnTo>
                  <a:pt x="42927" y="54461"/>
                </a:lnTo>
                <a:lnTo>
                  <a:pt x="42927" y="57531"/>
                </a:lnTo>
                <a:lnTo>
                  <a:pt x="42927" y="63856"/>
                </a:lnTo>
                <a:lnTo>
                  <a:pt x="40881" y="68739"/>
                </a:lnTo>
                <a:lnTo>
                  <a:pt x="36788" y="72181"/>
                </a:lnTo>
                <a:lnTo>
                  <a:pt x="32695" y="75623"/>
                </a:lnTo>
                <a:lnTo>
                  <a:pt x="27595" y="77344"/>
                </a:lnTo>
                <a:lnTo>
                  <a:pt x="21487" y="77344"/>
                </a:lnTo>
                <a:lnTo>
                  <a:pt x="15595" y="77344"/>
                </a:lnTo>
                <a:lnTo>
                  <a:pt x="10542" y="75708"/>
                </a:lnTo>
                <a:lnTo>
                  <a:pt x="6325" y="72437"/>
                </a:lnTo>
                <a:lnTo>
                  <a:pt x="2108" y="69166"/>
                </a:lnTo>
                <a:lnTo>
                  <a:pt x="0" y="64523"/>
                </a:lnTo>
                <a:lnTo>
                  <a:pt x="0" y="58508"/>
                </a:lnTo>
                <a:lnTo>
                  <a:pt x="8604" y="58508"/>
                </a:lnTo>
                <a:lnTo>
                  <a:pt x="8604" y="62073"/>
                </a:lnTo>
                <a:lnTo>
                  <a:pt x="9758" y="64926"/>
                </a:lnTo>
                <a:lnTo>
                  <a:pt x="12069" y="67065"/>
                </a:lnTo>
                <a:lnTo>
                  <a:pt x="14379" y="69205"/>
                </a:lnTo>
                <a:lnTo>
                  <a:pt x="17518" y="70274"/>
                </a:lnTo>
                <a:lnTo>
                  <a:pt x="21487" y="70274"/>
                </a:lnTo>
                <a:lnTo>
                  <a:pt x="25424" y="70274"/>
                </a:lnTo>
                <a:lnTo>
                  <a:pt x="28540" y="69236"/>
                </a:lnTo>
                <a:lnTo>
                  <a:pt x="30835" y="67158"/>
                </a:lnTo>
                <a:lnTo>
                  <a:pt x="33129" y="65081"/>
                </a:lnTo>
                <a:lnTo>
                  <a:pt x="34276" y="61934"/>
                </a:lnTo>
                <a:lnTo>
                  <a:pt x="34276" y="57717"/>
                </a:lnTo>
                <a:lnTo>
                  <a:pt x="34276" y="53500"/>
                </a:lnTo>
                <a:lnTo>
                  <a:pt x="32974" y="50392"/>
                </a:lnTo>
                <a:lnTo>
                  <a:pt x="30370" y="48392"/>
                </a:lnTo>
                <a:lnTo>
                  <a:pt x="27765" y="46392"/>
                </a:lnTo>
                <a:lnTo>
                  <a:pt x="24277" y="45392"/>
                </a:lnTo>
                <a:lnTo>
                  <a:pt x="19905" y="45392"/>
                </a:lnTo>
                <a:lnTo>
                  <a:pt x="13766" y="45392"/>
                </a:lnTo>
              </a:path>
              <a:path w="367664" h="98425">
                <a:moveTo>
                  <a:pt x="98505" y="8697"/>
                </a:moveTo>
                <a:lnTo>
                  <a:pt x="98505" y="13534"/>
                </a:lnTo>
                <a:lnTo>
                  <a:pt x="70460" y="76413"/>
                </a:lnTo>
                <a:lnTo>
                  <a:pt x="61391" y="76413"/>
                </a:lnTo>
                <a:lnTo>
                  <a:pt x="89389" y="15766"/>
                </a:lnTo>
                <a:lnTo>
                  <a:pt x="52740" y="15766"/>
                </a:lnTo>
                <a:lnTo>
                  <a:pt x="52740" y="8697"/>
                </a:lnTo>
                <a:lnTo>
                  <a:pt x="98505" y="8697"/>
                </a:lnTo>
              </a:path>
              <a:path w="367664" h="98425">
                <a:moveTo>
                  <a:pt x="132503" y="48880"/>
                </a:moveTo>
                <a:lnTo>
                  <a:pt x="132503" y="39888"/>
                </a:lnTo>
                <a:lnTo>
                  <a:pt x="133790" y="32029"/>
                </a:lnTo>
                <a:lnTo>
                  <a:pt x="136363" y="25300"/>
                </a:lnTo>
                <a:lnTo>
                  <a:pt x="138937" y="18572"/>
                </a:lnTo>
                <a:lnTo>
                  <a:pt x="141991" y="13084"/>
                </a:lnTo>
                <a:lnTo>
                  <a:pt x="145526" y="8836"/>
                </a:lnTo>
                <a:lnTo>
                  <a:pt x="149060" y="4588"/>
                </a:lnTo>
                <a:lnTo>
                  <a:pt x="152300" y="1643"/>
                </a:lnTo>
                <a:lnTo>
                  <a:pt x="155246" y="0"/>
                </a:lnTo>
                <a:lnTo>
                  <a:pt x="157060" y="5674"/>
                </a:lnTo>
                <a:lnTo>
                  <a:pt x="153401" y="8433"/>
                </a:lnTo>
                <a:lnTo>
                  <a:pt x="149828" y="13355"/>
                </a:lnTo>
                <a:lnTo>
                  <a:pt x="141107" y="49438"/>
                </a:lnTo>
                <a:lnTo>
                  <a:pt x="141434" y="57842"/>
                </a:lnTo>
                <a:lnTo>
                  <a:pt x="157060" y="93064"/>
                </a:lnTo>
                <a:lnTo>
                  <a:pt x="155246" y="98273"/>
                </a:lnTo>
                <a:lnTo>
                  <a:pt x="152300" y="96660"/>
                </a:lnTo>
                <a:lnTo>
                  <a:pt x="149060" y="93730"/>
                </a:lnTo>
                <a:lnTo>
                  <a:pt x="145526" y="89482"/>
                </a:lnTo>
                <a:lnTo>
                  <a:pt x="141991" y="85235"/>
                </a:lnTo>
                <a:lnTo>
                  <a:pt x="138937" y="79754"/>
                </a:lnTo>
                <a:lnTo>
                  <a:pt x="136363" y="73042"/>
                </a:lnTo>
                <a:lnTo>
                  <a:pt x="133790" y="66329"/>
                </a:lnTo>
                <a:lnTo>
                  <a:pt x="132503" y="58275"/>
                </a:lnTo>
                <a:lnTo>
                  <a:pt x="132503" y="48880"/>
                </a:lnTo>
              </a:path>
              <a:path w="367664" h="98425">
                <a:moveTo>
                  <a:pt x="206126" y="38276"/>
                </a:moveTo>
                <a:lnTo>
                  <a:pt x="206126" y="42679"/>
                </a:lnTo>
                <a:lnTo>
                  <a:pt x="205747" y="47121"/>
                </a:lnTo>
                <a:lnTo>
                  <a:pt x="204987" y="51601"/>
                </a:lnTo>
                <a:lnTo>
                  <a:pt x="204227" y="56081"/>
                </a:lnTo>
                <a:lnTo>
                  <a:pt x="180686" y="76506"/>
                </a:lnTo>
                <a:lnTo>
                  <a:pt x="173059" y="76506"/>
                </a:lnTo>
                <a:lnTo>
                  <a:pt x="173059" y="69205"/>
                </a:lnTo>
                <a:lnTo>
                  <a:pt x="179911" y="69205"/>
                </a:lnTo>
                <a:lnTo>
                  <a:pt x="185004" y="68135"/>
                </a:lnTo>
                <a:lnTo>
                  <a:pt x="197522" y="46555"/>
                </a:lnTo>
                <a:lnTo>
                  <a:pt x="195724" y="48694"/>
                </a:lnTo>
                <a:lnTo>
                  <a:pt x="193569" y="50431"/>
                </a:lnTo>
                <a:lnTo>
                  <a:pt x="191058" y="51764"/>
                </a:lnTo>
                <a:lnTo>
                  <a:pt x="188546" y="53097"/>
                </a:lnTo>
                <a:lnTo>
                  <a:pt x="185817" y="53764"/>
                </a:lnTo>
                <a:lnTo>
                  <a:pt x="182872" y="53764"/>
                </a:lnTo>
                <a:lnTo>
                  <a:pt x="178407" y="53764"/>
                </a:lnTo>
                <a:lnTo>
                  <a:pt x="174748" y="52647"/>
                </a:lnTo>
                <a:lnTo>
                  <a:pt x="171896" y="50415"/>
                </a:lnTo>
                <a:lnTo>
                  <a:pt x="169043" y="48183"/>
                </a:lnTo>
                <a:lnTo>
                  <a:pt x="166935" y="45338"/>
                </a:lnTo>
                <a:lnTo>
                  <a:pt x="165571" y="41881"/>
                </a:lnTo>
                <a:lnTo>
                  <a:pt x="164207" y="38423"/>
                </a:lnTo>
                <a:lnTo>
                  <a:pt x="163524" y="34850"/>
                </a:lnTo>
                <a:lnTo>
                  <a:pt x="163524" y="31160"/>
                </a:lnTo>
                <a:lnTo>
                  <a:pt x="163524" y="24711"/>
                </a:lnTo>
                <a:lnTo>
                  <a:pt x="165300" y="19200"/>
                </a:lnTo>
                <a:lnTo>
                  <a:pt x="168850" y="14627"/>
                </a:lnTo>
                <a:lnTo>
                  <a:pt x="172400" y="10053"/>
                </a:lnTo>
                <a:lnTo>
                  <a:pt x="177632" y="7766"/>
                </a:lnTo>
                <a:lnTo>
                  <a:pt x="184546" y="7766"/>
                </a:lnTo>
                <a:lnTo>
                  <a:pt x="189693" y="7766"/>
                </a:lnTo>
                <a:lnTo>
                  <a:pt x="203964" y="22045"/>
                </a:lnTo>
                <a:lnTo>
                  <a:pt x="205406" y="26230"/>
                </a:lnTo>
                <a:lnTo>
                  <a:pt x="206126" y="30602"/>
                </a:lnTo>
                <a:lnTo>
                  <a:pt x="206126" y="35160"/>
                </a:lnTo>
                <a:lnTo>
                  <a:pt x="206126" y="38276"/>
                </a:lnTo>
              </a:path>
              <a:path w="367664" h="98425">
                <a:moveTo>
                  <a:pt x="171989" y="30695"/>
                </a:moveTo>
                <a:lnTo>
                  <a:pt x="171989" y="34726"/>
                </a:lnTo>
                <a:lnTo>
                  <a:pt x="173004" y="38385"/>
                </a:lnTo>
                <a:lnTo>
                  <a:pt x="175035" y="41671"/>
                </a:lnTo>
                <a:lnTo>
                  <a:pt x="177066" y="44958"/>
                </a:lnTo>
                <a:lnTo>
                  <a:pt x="180143" y="46601"/>
                </a:lnTo>
                <a:lnTo>
                  <a:pt x="184267" y="46601"/>
                </a:lnTo>
                <a:lnTo>
                  <a:pt x="187213" y="46601"/>
                </a:lnTo>
                <a:lnTo>
                  <a:pt x="197569" y="37393"/>
                </a:lnTo>
                <a:lnTo>
                  <a:pt x="197569" y="33997"/>
                </a:lnTo>
                <a:lnTo>
                  <a:pt x="197569" y="27827"/>
                </a:lnTo>
                <a:lnTo>
                  <a:pt x="196259" y="23099"/>
                </a:lnTo>
                <a:lnTo>
                  <a:pt x="193639" y="19812"/>
                </a:lnTo>
                <a:lnTo>
                  <a:pt x="191019" y="16526"/>
                </a:lnTo>
                <a:lnTo>
                  <a:pt x="187988" y="14882"/>
                </a:lnTo>
                <a:lnTo>
                  <a:pt x="184546" y="14882"/>
                </a:lnTo>
                <a:lnTo>
                  <a:pt x="180547" y="14882"/>
                </a:lnTo>
                <a:lnTo>
                  <a:pt x="177454" y="16394"/>
                </a:lnTo>
                <a:lnTo>
                  <a:pt x="175268" y="19417"/>
                </a:lnTo>
                <a:lnTo>
                  <a:pt x="173082" y="22440"/>
                </a:lnTo>
                <a:lnTo>
                  <a:pt x="171989" y="26199"/>
                </a:lnTo>
                <a:lnTo>
                  <a:pt x="171989" y="30695"/>
                </a:lnTo>
              </a:path>
              <a:path w="367664" h="98425">
                <a:moveTo>
                  <a:pt x="262402" y="69344"/>
                </a:moveTo>
                <a:lnTo>
                  <a:pt x="262402" y="76413"/>
                </a:lnTo>
                <a:lnTo>
                  <a:pt x="218079" y="76413"/>
                </a:lnTo>
                <a:lnTo>
                  <a:pt x="218079" y="70228"/>
                </a:lnTo>
                <a:lnTo>
                  <a:pt x="241054" y="44648"/>
                </a:lnTo>
                <a:lnTo>
                  <a:pt x="244837" y="40369"/>
                </a:lnTo>
                <a:lnTo>
                  <a:pt x="247388" y="36974"/>
                </a:lnTo>
                <a:lnTo>
                  <a:pt x="248705" y="34463"/>
                </a:lnTo>
                <a:lnTo>
                  <a:pt x="250023" y="31951"/>
                </a:lnTo>
                <a:lnTo>
                  <a:pt x="250682" y="29424"/>
                </a:lnTo>
                <a:lnTo>
                  <a:pt x="250682" y="26882"/>
                </a:lnTo>
                <a:lnTo>
                  <a:pt x="250682" y="23564"/>
                </a:lnTo>
                <a:lnTo>
                  <a:pt x="249651" y="20727"/>
                </a:lnTo>
                <a:lnTo>
                  <a:pt x="247589" y="18370"/>
                </a:lnTo>
                <a:lnTo>
                  <a:pt x="245527" y="16014"/>
                </a:lnTo>
                <a:lnTo>
                  <a:pt x="242620" y="14836"/>
                </a:lnTo>
                <a:lnTo>
                  <a:pt x="238869" y="14836"/>
                </a:lnTo>
                <a:lnTo>
                  <a:pt x="234342" y="14836"/>
                </a:lnTo>
                <a:lnTo>
                  <a:pt x="230962" y="16122"/>
                </a:lnTo>
                <a:lnTo>
                  <a:pt x="228730" y="18696"/>
                </a:lnTo>
                <a:lnTo>
                  <a:pt x="226497" y="21270"/>
                </a:lnTo>
                <a:lnTo>
                  <a:pt x="225381" y="24572"/>
                </a:lnTo>
                <a:lnTo>
                  <a:pt x="225381" y="28602"/>
                </a:lnTo>
                <a:lnTo>
                  <a:pt x="216777" y="28602"/>
                </a:lnTo>
                <a:lnTo>
                  <a:pt x="216777" y="22897"/>
                </a:lnTo>
                <a:lnTo>
                  <a:pt x="218653" y="17998"/>
                </a:lnTo>
                <a:lnTo>
                  <a:pt x="222405" y="13906"/>
                </a:lnTo>
                <a:lnTo>
                  <a:pt x="226156" y="9813"/>
                </a:lnTo>
                <a:lnTo>
                  <a:pt x="231644" y="7766"/>
                </a:lnTo>
                <a:lnTo>
                  <a:pt x="238869" y="7766"/>
                </a:lnTo>
                <a:lnTo>
                  <a:pt x="245256" y="7766"/>
                </a:lnTo>
                <a:lnTo>
                  <a:pt x="250255" y="9425"/>
                </a:lnTo>
                <a:lnTo>
                  <a:pt x="253868" y="12743"/>
                </a:lnTo>
                <a:lnTo>
                  <a:pt x="257480" y="16061"/>
                </a:lnTo>
                <a:lnTo>
                  <a:pt x="259286" y="20432"/>
                </a:lnTo>
                <a:lnTo>
                  <a:pt x="259286" y="25858"/>
                </a:lnTo>
                <a:lnTo>
                  <a:pt x="259286" y="29827"/>
                </a:lnTo>
                <a:lnTo>
                  <a:pt x="258061" y="33819"/>
                </a:lnTo>
                <a:lnTo>
                  <a:pt x="255612" y="37834"/>
                </a:lnTo>
                <a:lnTo>
                  <a:pt x="253162" y="41850"/>
                </a:lnTo>
                <a:lnTo>
                  <a:pt x="250155" y="45795"/>
                </a:lnTo>
                <a:lnTo>
                  <a:pt x="246589" y="49671"/>
                </a:lnTo>
                <a:lnTo>
                  <a:pt x="228451" y="69344"/>
                </a:lnTo>
                <a:lnTo>
                  <a:pt x="262402" y="69344"/>
                </a:lnTo>
              </a:path>
              <a:path w="367664" h="98425">
                <a:moveTo>
                  <a:pt x="272634" y="71856"/>
                </a:moveTo>
                <a:lnTo>
                  <a:pt x="272634" y="70398"/>
                </a:lnTo>
                <a:lnTo>
                  <a:pt x="273091" y="69166"/>
                </a:lnTo>
                <a:lnTo>
                  <a:pt x="274006" y="68158"/>
                </a:lnTo>
                <a:lnTo>
                  <a:pt x="274921" y="67150"/>
                </a:lnTo>
                <a:lnTo>
                  <a:pt x="276246" y="66647"/>
                </a:lnTo>
                <a:lnTo>
                  <a:pt x="277983" y="66647"/>
                </a:lnTo>
                <a:lnTo>
                  <a:pt x="279719" y="66647"/>
                </a:lnTo>
                <a:lnTo>
                  <a:pt x="281044" y="67150"/>
                </a:lnTo>
                <a:lnTo>
                  <a:pt x="281959" y="68158"/>
                </a:lnTo>
                <a:lnTo>
                  <a:pt x="282874" y="69166"/>
                </a:lnTo>
                <a:lnTo>
                  <a:pt x="283331" y="70398"/>
                </a:lnTo>
                <a:lnTo>
                  <a:pt x="283331" y="71856"/>
                </a:lnTo>
                <a:lnTo>
                  <a:pt x="283331" y="73282"/>
                </a:lnTo>
                <a:lnTo>
                  <a:pt x="282874" y="74491"/>
                </a:lnTo>
                <a:lnTo>
                  <a:pt x="281959" y="75483"/>
                </a:lnTo>
                <a:lnTo>
                  <a:pt x="281044" y="76476"/>
                </a:lnTo>
                <a:lnTo>
                  <a:pt x="279719" y="76972"/>
                </a:lnTo>
                <a:lnTo>
                  <a:pt x="277983" y="76972"/>
                </a:lnTo>
                <a:lnTo>
                  <a:pt x="276246" y="76972"/>
                </a:lnTo>
                <a:lnTo>
                  <a:pt x="274921" y="76476"/>
                </a:lnTo>
                <a:lnTo>
                  <a:pt x="274006" y="75483"/>
                </a:lnTo>
                <a:lnTo>
                  <a:pt x="273091" y="74491"/>
                </a:lnTo>
                <a:lnTo>
                  <a:pt x="272634" y="73282"/>
                </a:lnTo>
                <a:lnTo>
                  <a:pt x="272634" y="71856"/>
                </a:lnTo>
              </a:path>
              <a:path w="367664" h="98425">
                <a:moveTo>
                  <a:pt x="307562" y="44183"/>
                </a:moveTo>
                <a:lnTo>
                  <a:pt x="300679" y="42416"/>
                </a:lnTo>
                <a:lnTo>
                  <a:pt x="304074" y="8697"/>
                </a:lnTo>
                <a:lnTo>
                  <a:pt x="338816" y="8697"/>
                </a:lnTo>
                <a:lnTo>
                  <a:pt x="338816" y="16650"/>
                </a:lnTo>
                <a:lnTo>
                  <a:pt x="311376" y="16650"/>
                </a:lnTo>
                <a:lnTo>
                  <a:pt x="309329" y="35067"/>
                </a:lnTo>
                <a:lnTo>
                  <a:pt x="312740" y="33114"/>
                </a:lnTo>
                <a:lnTo>
                  <a:pt x="316507" y="32137"/>
                </a:lnTo>
                <a:lnTo>
                  <a:pt x="320631" y="32137"/>
                </a:lnTo>
                <a:lnTo>
                  <a:pt x="326863" y="32137"/>
                </a:lnTo>
                <a:lnTo>
                  <a:pt x="331785" y="34191"/>
                </a:lnTo>
                <a:lnTo>
                  <a:pt x="335398" y="38299"/>
                </a:lnTo>
                <a:lnTo>
                  <a:pt x="339010" y="42408"/>
                </a:lnTo>
                <a:lnTo>
                  <a:pt x="340816" y="47919"/>
                </a:lnTo>
                <a:lnTo>
                  <a:pt x="340816" y="54833"/>
                </a:lnTo>
                <a:lnTo>
                  <a:pt x="340816" y="61314"/>
                </a:lnTo>
                <a:lnTo>
                  <a:pt x="339049" y="66685"/>
                </a:lnTo>
                <a:lnTo>
                  <a:pt x="335514" y="70949"/>
                </a:lnTo>
                <a:lnTo>
                  <a:pt x="331979" y="75212"/>
                </a:lnTo>
                <a:lnTo>
                  <a:pt x="326600" y="77344"/>
                </a:lnTo>
                <a:lnTo>
                  <a:pt x="319375" y="77344"/>
                </a:lnTo>
                <a:lnTo>
                  <a:pt x="313887" y="77344"/>
                </a:lnTo>
                <a:lnTo>
                  <a:pt x="309143" y="75801"/>
                </a:lnTo>
                <a:lnTo>
                  <a:pt x="305144" y="72716"/>
                </a:lnTo>
                <a:lnTo>
                  <a:pt x="301144" y="69631"/>
                </a:lnTo>
                <a:lnTo>
                  <a:pt x="298834" y="64926"/>
                </a:lnTo>
                <a:lnTo>
                  <a:pt x="298214" y="58601"/>
                </a:lnTo>
                <a:lnTo>
                  <a:pt x="306399" y="58601"/>
                </a:lnTo>
                <a:lnTo>
                  <a:pt x="307485" y="66383"/>
                </a:lnTo>
                <a:lnTo>
                  <a:pt x="311810" y="70274"/>
                </a:lnTo>
                <a:lnTo>
                  <a:pt x="319375" y="70274"/>
                </a:lnTo>
                <a:lnTo>
                  <a:pt x="323437" y="70274"/>
                </a:lnTo>
                <a:lnTo>
                  <a:pt x="326584" y="68895"/>
                </a:lnTo>
                <a:lnTo>
                  <a:pt x="328817" y="66135"/>
                </a:lnTo>
                <a:lnTo>
                  <a:pt x="331049" y="63375"/>
                </a:lnTo>
                <a:lnTo>
                  <a:pt x="332165" y="59639"/>
                </a:lnTo>
                <a:lnTo>
                  <a:pt x="332165" y="54926"/>
                </a:lnTo>
                <a:lnTo>
                  <a:pt x="332165" y="50679"/>
                </a:lnTo>
                <a:lnTo>
                  <a:pt x="330995" y="47105"/>
                </a:lnTo>
                <a:lnTo>
                  <a:pt x="328654" y="44206"/>
                </a:lnTo>
                <a:lnTo>
                  <a:pt x="326313" y="41307"/>
                </a:lnTo>
                <a:lnTo>
                  <a:pt x="322972" y="39858"/>
                </a:lnTo>
                <a:lnTo>
                  <a:pt x="318631" y="39858"/>
                </a:lnTo>
                <a:lnTo>
                  <a:pt x="315748" y="39858"/>
                </a:lnTo>
                <a:lnTo>
                  <a:pt x="313562" y="40245"/>
                </a:lnTo>
                <a:lnTo>
                  <a:pt x="312073" y="41020"/>
                </a:lnTo>
                <a:lnTo>
                  <a:pt x="310585" y="41795"/>
                </a:lnTo>
                <a:lnTo>
                  <a:pt x="309081" y="42850"/>
                </a:lnTo>
                <a:lnTo>
                  <a:pt x="307562" y="44183"/>
                </a:lnTo>
              </a:path>
              <a:path w="367664" h="98425">
                <a:moveTo>
                  <a:pt x="367056" y="39206"/>
                </a:moveTo>
                <a:lnTo>
                  <a:pt x="363419" y="39206"/>
                </a:lnTo>
                <a:lnTo>
                  <a:pt x="359109" y="39206"/>
                </a:lnTo>
                <a:lnTo>
                  <a:pt x="355707" y="37834"/>
                </a:lnTo>
                <a:lnTo>
                  <a:pt x="353211" y="35090"/>
                </a:lnTo>
                <a:lnTo>
                  <a:pt x="350714" y="32346"/>
                </a:lnTo>
                <a:lnTo>
                  <a:pt x="349467" y="29083"/>
                </a:lnTo>
                <a:lnTo>
                  <a:pt x="349467" y="25300"/>
                </a:lnTo>
                <a:lnTo>
                  <a:pt x="349467" y="21719"/>
                </a:lnTo>
                <a:lnTo>
                  <a:pt x="349467" y="17874"/>
                </a:lnTo>
                <a:lnTo>
                  <a:pt x="350707" y="14580"/>
                </a:lnTo>
                <a:lnTo>
                  <a:pt x="353187" y="11836"/>
                </a:lnTo>
                <a:lnTo>
                  <a:pt x="355668" y="9092"/>
                </a:lnTo>
                <a:lnTo>
                  <a:pt x="359047" y="7720"/>
                </a:lnTo>
                <a:lnTo>
                  <a:pt x="363326" y="7720"/>
                </a:lnTo>
                <a:lnTo>
                  <a:pt x="367056" y="7720"/>
                </a:lnTo>
              </a:path>
              <a:path w="367664" h="98425">
                <a:moveTo>
                  <a:pt x="367056" y="13862"/>
                </a:moveTo>
                <a:lnTo>
                  <a:pt x="365838" y="13301"/>
                </a:lnTo>
                <a:lnTo>
                  <a:pt x="363326" y="13301"/>
                </a:lnTo>
                <a:lnTo>
                  <a:pt x="360846" y="13301"/>
                </a:lnTo>
                <a:lnTo>
                  <a:pt x="358993" y="14161"/>
                </a:lnTo>
                <a:lnTo>
                  <a:pt x="357768" y="15882"/>
                </a:lnTo>
                <a:lnTo>
                  <a:pt x="356544" y="17603"/>
                </a:lnTo>
                <a:lnTo>
                  <a:pt x="355931" y="19549"/>
                </a:lnTo>
                <a:lnTo>
                  <a:pt x="355931" y="21719"/>
                </a:lnTo>
                <a:lnTo>
                  <a:pt x="355931" y="25300"/>
                </a:lnTo>
                <a:lnTo>
                  <a:pt x="355931" y="27440"/>
                </a:lnTo>
                <a:lnTo>
                  <a:pt x="356544" y="29362"/>
                </a:lnTo>
                <a:lnTo>
                  <a:pt x="357768" y="31067"/>
                </a:lnTo>
                <a:lnTo>
                  <a:pt x="358993" y="32773"/>
                </a:lnTo>
                <a:lnTo>
                  <a:pt x="360877" y="33625"/>
                </a:lnTo>
                <a:lnTo>
                  <a:pt x="363419" y="33625"/>
                </a:lnTo>
                <a:lnTo>
                  <a:pt x="365900" y="33625"/>
                </a:lnTo>
                <a:lnTo>
                  <a:pt x="367056" y="33096"/>
                </a:lnTo>
              </a:path>
              <a:path w="367664" h="98425">
                <a:moveTo>
                  <a:pt x="367056" y="68556"/>
                </a:moveTo>
                <a:lnTo>
                  <a:pt x="365373" y="71251"/>
                </a:lnTo>
                <a:lnTo>
                  <a:pt x="360536" y="68181"/>
                </a:lnTo>
                <a:lnTo>
                  <a:pt x="367056" y="57745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638550" y="5795961"/>
            <a:ext cx="37465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202024"/>
                </a:solidFill>
                <a:latin typeface="Roboto Bk"/>
                <a:cs typeface="Roboto Bk"/>
              </a:rPr>
              <a:t>37</a:t>
            </a:r>
            <a:r>
              <a:rPr sz="750" b="1" spc="-40" dirty="0">
                <a:solidFill>
                  <a:srgbClr val="202024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02024"/>
                </a:solidFill>
                <a:latin typeface="Roboto Bk"/>
                <a:cs typeface="Roboto Bk"/>
              </a:rPr>
              <a:t>(92.5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50900" y="7718425"/>
            <a:ext cx="3171825" cy="1905000"/>
            <a:chOff x="850900" y="7718425"/>
            <a:chExt cx="3171825" cy="1905000"/>
          </a:xfrm>
        </p:grpSpPr>
        <p:sp>
          <p:nvSpPr>
            <p:cNvPr id="44" name="object 44"/>
            <p:cNvSpPr/>
            <p:nvPr/>
          </p:nvSpPr>
          <p:spPr>
            <a:xfrm>
              <a:off x="850900" y="771842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7813675"/>
              <a:ext cx="95250" cy="9524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7350" y="7966075"/>
              <a:ext cx="95250" cy="9524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048000" y="7748588"/>
            <a:ext cx="508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Sometimes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Always</a:t>
            </a:r>
            <a:endParaRPr sz="7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Never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36637" y="7808944"/>
            <a:ext cx="1986280" cy="866775"/>
            <a:chOff x="1036637" y="7808944"/>
            <a:chExt cx="1986280" cy="866775"/>
          </a:xfrm>
        </p:grpSpPr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7350" y="8118475"/>
              <a:ext cx="95250" cy="9524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898650" y="8536822"/>
              <a:ext cx="857250" cy="134620"/>
            </a:xfrm>
            <a:custGeom>
              <a:avLst/>
              <a:gdLst/>
              <a:ahLst/>
              <a:cxnLst/>
              <a:rect l="l" t="t" r="r" b="b"/>
              <a:pathLst>
                <a:path w="857250" h="134620">
                  <a:moveTo>
                    <a:pt x="857250" y="134103"/>
                  </a:moveTo>
                  <a:lnTo>
                    <a:pt x="0" y="134103"/>
                  </a:lnTo>
                  <a:lnTo>
                    <a:pt x="846695" y="0"/>
                  </a:lnTo>
                  <a:lnTo>
                    <a:pt x="851313" y="33370"/>
                  </a:lnTo>
                  <a:lnTo>
                    <a:pt x="854611" y="66844"/>
                  </a:lnTo>
                  <a:lnTo>
                    <a:pt x="856590" y="100421"/>
                  </a:lnTo>
                  <a:lnTo>
                    <a:pt x="857250" y="134103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98650" y="8536822"/>
              <a:ext cx="857250" cy="134620"/>
            </a:xfrm>
            <a:custGeom>
              <a:avLst/>
              <a:gdLst/>
              <a:ahLst/>
              <a:cxnLst/>
              <a:rect l="l" t="t" r="r" b="b"/>
              <a:pathLst>
                <a:path w="857250" h="134620">
                  <a:moveTo>
                    <a:pt x="0" y="134103"/>
                  </a:moveTo>
                  <a:lnTo>
                    <a:pt x="846695" y="0"/>
                  </a:lnTo>
                  <a:lnTo>
                    <a:pt x="851313" y="33370"/>
                  </a:lnTo>
                  <a:lnTo>
                    <a:pt x="854611" y="66844"/>
                  </a:lnTo>
                  <a:lnTo>
                    <a:pt x="856590" y="100421"/>
                  </a:lnTo>
                  <a:lnTo>
                    <a:pt x="857250" y="134103"/>
                  </a:lnTo>
                  <a:lnTo>
                    <a:pt x="0" y="13410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41400" y="7813706"/>
              <a:ext cx="1704339" cy="857250"/>
            </a:xfrm>
            <a:custGeom>
              <a:avLst/>
              <a:gdLst/>
              <a:ahLst/>
              <a:cxnLst/>
              <a:rect l="l" t="t" r="r" b="b"/>
              <a:pathLst>
                <a:path w="1704339" h="857250">
                  <a:moveTo>
                    <a:pt x="857250" y="857219"/>
                  </a:moveTo>
                  <a:lnTo>
                    <a:pt x="0" y="857219"/>
                  </a:lnTo>
                  <a:lnTo>
                    <a:pt x="232" y="837227"/>
                  </a:lnTo>
                  <a:lnTo>
                    <a:pt x="2095" y="797309"/>
                  </a:lnTo>
                  <a:lnTo>
                    <a:pt x="5819" y="757499"/>
                  </a:lnTo>
                  <a:lnTo>
                    <a:pt x="11391" y="717928"/>
                  </a:lnTo>
                  <a:lnTo>
                    <a:pt x="18806" y="678638"/>
                  </a:lnTo>
                  <a:lnTo>
                    <a:pt x="28040" y="639758"/>
                  </a:lnTo>
                  <a:lnTo>
                    <a:pt x="39082" y="601329"/>
                  </a:lnTo>
                  <a:lnTo>
                    <a:pt x="51896" y="563478"/>
                  </a:lnTo>
                  <a:lnTo>
                    <a:pt x="66469" y="526244"/>
                  </a:lnTo>
                  <a:lnTo>
                    <a:pt x="82752" y="489751"/>
                  </a:lnTo>
                  <a:lnTo>
                    <a:pt x="100729" y="454037"/>
                  </a:lnTo>
                  <a:lnTo>
                    <a:pt x="120341" y="419218"/>
                  </a:lnTo>
                  <a:lnTo>
                    <a:pt x="141566" y="385334"/>
                  </a:lnTo>
                  <a:lnTo>
                    <a:pt x="164335" y="352493"/>
                  </a:lnTo>
                  <a:lnTo>
                    <a:pt x="188623" y="320732"/>
                  </a:lnTo>
                  <a:lnTo>
                    <a:pt x="214352" y="290155"/>
                  </a:lnTo>
                  <a:lnTo>
                    <a:pt x="241493" y="260794"/>
                  </a:lnTo>
                  <a:lnTo>
                    <a:pt x="269957" y="232746"/>
                  </a:lnTo>
                  <a:lnTo>
                    <a:pt x="299714" y="206040"/>
                  </a:lnTo>
                  <a:lnTo>
                    <a:pt x="330667" y="180765"/>
                  </a:lnTo>
                  <a:lnTo>
                    <a:pt x="362782" y="156947"/>
                  </a:lnTo>
                  <a:lnTo>
                    <a:pt x="395955" y="134664"/>
                  </a:lnTo>
                  <a:lnTo>
                    <a:pt x="430148" y="113940"/>
                  </a:lnTo>
                  <a:lnTo>
                    <a:pt x="465252" y="94843"/>
                  </a:lnTo>
                  <a:lnTo>
                    <a:pt x="501227" y="77394"/>
                  </a:lnTo>
                  <a:lnTo>
                    <a:pt x="537956" y="61649"/>
                  </a:lnTo>
                  <a:lnTo>
                    <a:pt x="575400" y="47626"/>
                  </a:lnTo>
                  <a:lnTo>
                    <a:pt x="613436" y="35371"/>
                  </a:lnTo>
                  <a:lnTo>
                    <a:pt x="652023" y="24896"/>
                  </a:lnTo>
                  <a:lnTo>
                    <a:pt x="691035" y="16236"/>
                  </a:lnTo>
                  <a:lnTo>
                    <a:pt x="730430" y="9400"/>
                  </a:lnTo>
                  <a:lnTo>
                    <a:pt x="770079" y="4411"/>
                  </a:lnTo>
                  <a:lnTo>
                    <a:pt x="809939" y="1274"/>
                  </a:lnTo>
                  <a:lnTo>
                    <a:pt x="849880" y="0"/>
                  </a:lnTo>
                  <a:lnTo>
                    <a:pt x="869873" y="61"/>
                  </a:lnTo>
                  <a:lnTo>
                    <a:pt x="909817" y="1581"/>
                  </a:lnTo>
                  <a:lnTo>
                    <a:pt x="949646" y="4962"/>
                  </a:lnTo>
                  <a:lnTo>
                    <a:pt x="989275" y="10195"/>
                  </a:lnTo>
                  <a:lnTo>
                    <a:pt x="1028616" y="17271"/>
                  </a:lnTo>
                  <a:lnTo>
                    <a:pt x="1067585" y="26172"/>
                  </a:lnTo>
                  <a:lnTo>
                    <a:pt x="1106096" y="36881"/>
                  </a:lnTo>
                  <a:lnTo>
                    <a:pt x="1144067" y="49373"/>
                  </a:lnTo>
                  <a:lnTo>
                    <a:pt x="1181414" y="63622"/>
                  </a:lnTo>
                  <a:lnTo>
                    <a:pt x="1218056" y="79595"/>
                  </a:lnTo>
                  <a:lnTo>
                    <a:pt x="1253913" y="97260"/>
                  </a:lnTo>
                  <a:lnTo>
                    <a:pt x="1288908" y="116577"/>
                  </a:lnTo>
                  <a:lnTo>
                    <a:pt x="1322965" y="137505"/>
                  </a:lnTo>
                  <a:lnTo>
                    <a:pt x="1356009" y="159997"/>
                  </a:lnTo>
                  <a:lnTo>
                    <a:pt x="1387968" y="184005"/>
                  </a:lnTo>
                  <a:lnTo>
                    <a:pt x="1418774" y="209477"/>
                  </a:lnTo>
                  <a:lnTo>
                    <a:pt x="1448359" y="236357"/>
                  </a:lnTo>
                  <a:lnTo>
                    <a:pt x="1476658" y="264587"/>
                  </a:lnTo>
                  <a:lnTo>
                    <a:pt x="1503611" y="294106"/>
                  </a:lnTo>
                  <a:lnTo>
                    <a:pt x="1529159" y="324849"/>
                  </a:lnTo>
                  <a:lnTo>
                    <a:pt x="1553245" y="356750"/>
                  </a:lnTo>
                  <a:lnTo>
                    <a:pt x="1575818" y="389738"/>
                  </a:lnTo>
                  <a:lnTo>
                    <a:pt x="1596829" y="423744"/>
                  </a:lnTo>
                  <a:lnTo>
                    <a:pt x="1616232" y="458691"/>
                  </a:lnTo>
                  <a:lnTo>
                    <a:pt x="1633984" y="494505"/>
                  </a:lnTo>
                  <a:lnTo>
                    <a:pt x="1650049" y="531108"/>
                  </a:lnTo>
                  <a:lnTo>
                    <a:pt x="1664388" y="568420"/>
                  </a:lnTo>
                  <a:lnTo>
                    <a:pt x="1676974" y="606359"/>
                  </a:lnTo>
                  <a:lnTo>
                    <a:pt x="1687776" y="644844"/>
                  </a:lnTo>
                  <a:lnTo>
                    <a:pt x="1696774" y="683791"/>
                  </a:lnTo>
                  <a:lnTo>
                    <a:pt x="1703945" y="723115"/>
                  </a:lnTo>
                  <a:lnTo>
                    <a:pt x="857250" y="857219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41400" y="7813706"/>
              <a:ext cx="1704339" cy="857250"/>
            </a:xfrm>
            <a:custGeom>
              <a:avLst/>
              <a:gdLst/>
              <a:ahLst/>
              <a:cxnLst/>
              <a:rect l="l" t="t" r="r" b="b"/>
              <a:pathLst>
                <a:path w="1704339" h="857250">
                  <a:moveTo>
                    <a:pt x="857250" y="857219"/>
                  </a:moveTo>
                  <a:lnTo>
                    <a:pt x="0" y="857219"/>
                  </a:lnTo>
                  <a:lnTo>
                    <a:pt x="232" y="837227"/>
                  </a:lnTo>
                  <a:lnTo>
                    <a:pt x="2095" y="797309"/>
                  </a:lnTo>
                  <a:lnTo>
                    <a:pt x="5819" y="757499"/>
                  </a:lnTo>
                  <a:lnTo>
                    <a:pt x="11391" y="717928"/>
                  </a:lnTo>
                  <a:lnTo>
                    <a:pt x="18806" y="678638"/>
                  </a:lnTo>
                  <a:lnTo>
                    <a:pt x="28040" y="639758"/>
                  </a:lnTo>
                  <a:lnTo>
                    <a:pt x="39082" y="601329"/>
                  </a:lnTo>
                  <a:lnTo>
                    <a:pt x="51896" y="563478"/>
                  </a:lnTo>
                  <a:lnTo>
                    <a:pt x="66469" y="526244"/>
                  </a:lnTo>
                  <a:lnTo>
                    <a:pt x="82752" y="489751"/>
                  </a:lnTo>
                  <a:lnTo>
                    <a:pt x="100729" y="454037"/>
                  </a:lnTo>
                  <a:lnTo>
                    <a:pt x="120341" y="419218"/>
                  </a:lnTo>
                  <a:lnTo>
                    <a:pt x="141566" y="385334"/>
                  </a:lnTo>
                  <a:lnTo>
                    <a:pt x="164335" y="352493"/>
                  </a:lnTo>
                  <a:lnTo>
                    <a:pt x="188623" y="320732"/>
                  </a:lnTo>
                  <a:lnTo>
                    <a:pt x="214352" y="290155"/>
                  </a:lnTo>
                  <a:lnTo>
                    <a:pt x="241493" y="260794"/>
                  </a:lnTo>
                  <a:lnTo>
                    <a:pt x="269957" y="232746"/>
                  </a:lnTo>
                  <a:lnTo>
                    <a:pt x="299714" y="206040"/>
                  </a:lnTo>
                  <a:lnTo>
                    <a:pt x="330667" y="180765"/>
                  </a:lnTo>
                  <a:lnTo>
                    <a:pt x="362782" y="156947"/>
                  </a:lnTo>
                  <a:lnTo>
                    <a:pt x="395955" y="134664"/>
                  </a:lnTo>
                  <a:lnTo>
                    <a:pt x="430148" y="113940"/>
                  </a:lnTo>
                  <a:lnTo>
                    <a:pt x="465252" y="94843"/>
                  </a:lnTo>
                  <a:lnTo>
                    <a:pt x="501227" y="77394"/>
                  </a:lnTo>
                  <a:lnTo>
                    <a:pt x="537956" y="61649"/>
                  </a:lnTo>
                  <a:lnTo>
                    <a:pt x="575400" y="47626"/>
                  </a:lnTo>
                  <a:lnTo>
                    <a:pt x="613436" y="35371"/>
                  </a:lnTo>
                  <a:lnTo>
                    <a:pt x="652023" y="24896"/>
                  </a:lnTo>
                  <a:lnTo>
                    <a:pt x="691035" y="16236"/>
                  </a:lnTo>
                  <a:lnTo>
                    <a:pt x="730430" y="9400"/>
                  </a:lnTo>
                  <a:lnTo>
                    <a:pt x="770079" y="4411"/>
                  </a:lnTo>
                  <a:lnTo>
                    <a:pt x="809939" y="1274"/>
                  </a:lnTo>
                  <a:lnTo>
                    <a:pt x="849880" y="0"/>
                  </a:lnTo>
                  <a:lnTo>
                    <a:pt x="869873" y="61"/>
                  </a:lnTo>
                  <a:lnTo>
                    <a:pt x="909817" y="1581"/>
                  </a:lnTo>
                  <a:lnTo>
                    <a:pt x="949646" y="4962"/>
                  </a:lnTo>
                  <a:lnTo>
                    <a:pt x="989275" y="10195"/>
                  </a:lnTo>
                  <a:lnTo>
                    <a:pt x="1028616" y="17271"/>
                  </a:lnTo>
                  <a:lnTo>
                    <a:pt x="1067585" y="26172"/>
                  </a:lnTo>
                  <a:lnTo>
                    <a:pt x="1106096" y="36881"/>
                  </a:lnTo>
                  <a:lnTo>
                    <a:pt x="1144067" y="49373"/>
                  </a:lnTo>
                  <a:lnTo>
                    <a:pt x="1181414" y="63622"/>
                  </a:lnTo>
                  <a:lnTo>
                    <a:pt x="1218056" y="79595"/>
                  </a:lnTo>
                  <a:lnTo>
                    <a:pt x="1253913" y="97260"/>
                  </a:lnTo>
                  <a:lnTo>
                    <a:pt x="1288908" y="116577"/>
                  </a:lnTo>
                  <a:lnTo>
                    <a:pt x="1322965" y="137505"/>
                  </a:lnTo>
                  <a:lnTo>
                    <a:pt x="1356009" y="159997"/>
                  </a:lnTo>
                  <a:lnTo>
                    <a:pt x="1387968" y="184005"/>
                  </a:lnTo>
                  <a:lnTo>
                    <a:pt x="1418774" y="209477"/>
                  </a:lnTo>
                  <a:lnTo>
                    <a:pt x="1448359" y="236357"/>
                  </a:lnTo>
                  <a:lnTo>
                    <a:pt x="1476658" y="264587"/>
                  </a:lnTo>
                  <a:lnTo>
                    <a:pt x="1503611" y="294106"/>
                  </a:lnTo>
                  <a:lnTo>
                    <a:pt x="1529159" y="324849"/>
                  </a:lnTo>
                  <a:lnTo>
                    <a:pt x="1553245" y="356750"/>
                  </a:lnTo>
                  <a:lnTo>
                    <a:pt x="1575818" y="389738"/>
                  </a:lnTo>
                  <a:lnTo>
                    <a:pt x="1596829" y="423744"/>
                  </a:lnTo>
                  <a:lnTo>
                    <a:pt x="1616232" y="458691"/>
                  </a:lnTo>
                  <a:lnTo>
                    <a:pt x="1633984" y="494505"/>
                  </a:lnTo>
                  <a:lnTo>
                    <a:pt x="1650049" y="531108"/>
                  </a:lnTo>
                  <a:lnTo>
                    <a:pt x="1664388" y="568420"/>
                  </a:lnTo>
                  <a:lnTo>
                    <a:pt x="1676974" y="606359"/>
                  </a:lnTo>
                  <a:lnTo>
                    <a:pt x="1687776" y="644844"/>
                  </a:lnTo>
                  <a:lnTo>
                    <a:pt x="1696774" y="683791"/>
                  </a:lnTo>
                  <a:lnTo>
                    <a:pt x="1703945" y="723115"/>
                  </a:lnTo>
                  <a:lnTo>
                    <a:pt x="857250" y="85721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702891" y="7904113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47.5%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036637" y="8666163"/>
            <a:ext cx="1724025" cy="866775"/>
            <a:chOff x="1036637" y="8666163"/>
            <a:chExt cx="1724025" cy="866775"/>
          </a:xfrm>
        </p:grpSpPr>
        <p:sp>
          <p:nvSpPr>
            <p:cNvPr id="56" name="object 56"/>
            <p:cNvSpPr/>
            <p:nvPr/>
          </p:nvSpPr>
          <p:spPr>
            <a:xfrm>
              <a:off x="1041400" y="8670925"/>
              <a:ext cx="1714500" cy="857250"/>
            </a:xfrm>
            <a:custGeom>
              <a:avLst/>
              <a:gdLst/>
              <a:ahLst/>
              <a:cxnLst/>
              <a:rect l="l" t="t" r="r" b="b"/>
              <a:pathLst>
                <a:path w="1714500" h="857250">
                  <a:moveTo>
                    <a:pt x="857250" y="857250"/>
                  </a:moveTo>
                  <a:lnTo>
                    <a:pt x="815186" y="856217"/>
                  </a:lnTo>
                  <a:lnTo>
                    <a:pt x="773224" y="853122"/>
                  </a:lnTo>
                  <a:lnTo>
                    <a:pt x="731465" y="847971"/>
                  </a:lnTo>
                  <a:lnTo>
                    <a:pt x="690008" y="840778"/>
                  </a:lnTo>
                  <a:lnTo>
                    <a:pt x="648955" y="831559"/>
                  </a:lnTo>
                  <a:lnTo>
                    <a:pt x="608403" y="820337"/>
                  </a:lnTo>
                  <a:lnTo>
                    <a:pt x="568451" y="807138"/>
                  </a:lnTo>
                  <a:lnTo>
                    <a:pt x="529194" y="791995"/>
                  </a:lnTo>
                  <a:lnTo>
                    <a:pt x="490728" y="774944"/>
                  </a:lnTo>
                  <a:lnTo>
                    <a:pt x="453145" y="756026"/>
                  </a:lnTo>
                  <a:lnTo>
                    <a:pt x="416535" y="735287"/>
                  </a:lnTo>
                  <a:lnTo>
                    <a:pt x="380987" y="712777"/>
                  </a:lnTo>
                  <a:lnTo>
                    <a:pt x="346586" y="688549"/>
                  </a:lnTo>
                  <a:lnTo>
                    <a:pt x="313416" y="662663"/>
                  </a:lnTo>
                  <a:lnTo>
                    <a:pt x="281556" y="635180"/>
                  </a:lnTo>
                  <a:lnTo>
                    <a:pt x="251082" y="606167"/>
                  </a:lnTo>
                  <a:lnTo>
                    <a:pt x="222069" y="575693"/>
                  </a:lnTo>
                  <a:lnTo>
                    <a:pt x="194586" y="543833"/>
                  </a:lnTo>
                  <a:lnTo>
                    <a:pt x="168700" y="510663"/>
                  </a:lnTo>
                  <a:lnTo>
                    <a:pt x="144472" y="476262"/>
                  </a:lnTo>
                  <a:lnTo>
                    <a:pt x="121962" y="440714"/>
                  </a:lnTo>
                  <a:lnTo>
                    <a:pt x="101222" y="404104"/>
                  </a:lnTo>
                  <a:lnTo>
                    <a:pt x="82305" y="366521"/>
                  </a:lnTo>
                  <a:lnTo>
                    <a:pt x="65254" y="328055"/>
                  </a:lnTo>
                  <a:lnTo>
                    <a:pt x="50111" y="288798"/>
                  </a:lnTo>
                  <a:lnTo>
                    <a:pt x="36912" y="248846"/>
                  </a:lnTo>
                  <a:lnTo>
                    <a:pt x="25690" y="208294"/>
                  </a:lnTo>
                  <a:lnTo>
                    <a:pt x="16471" y="167241"/>
                  </a:lnTo>
                  <a:lnTo>
                    <a:pt x="9278" y="125784"/>
                  </a:lnTo>
                  <a:lnTo>
                    <a:pt x="4127" y="84025"/>
                  </a:lnTo>
                  <a:lnTo>
                    <a:pt x="1032" y="42063"/>
                  </a:lnTo>
                  <a:lnTo>
                    <a:pt x="0" y="0"/>
                  </a:lnTo>
                  <a:lnTo>
                    <a:pt x="857250" y="0"/>
                  </a:lnTo>
                  <a:lnTo>
                    <a:pt x="1714500" y="0"/>
                  </a:lnTo>
                  <a:lnTo>
                    <a:pt x="1713467" y="42063"/>
                  </a:lnTo>
                  <a:lnTo>
                    <a:pt x="1710372" y="84025"/>
                  </a:lnTo>
                  <a:lnTo>
                    <a:pt x="1705221" y="125784"/>
                  </a:lnTo>
                  <a:lnTo>
                    <a:pt x="1698027" y="167241"/>
                  </a:lnTo>
                  <a:lnTo>
                    <a:pt x="1688808" y="208294"/>
                  </a:lnTo>
                  <a:lnTo>
                    <a:pt x="1677587" y="248846"/>
                  </a:lnTo>
                  <a:lnTo>
                    <a:pt x="1664388" y="288798"/>
                  </a:lnTo>
                  <a:lnTo>
                    <a:pt x="1649245" y="328055"/>
                  </a:lnTo>
                  <a:lnTo>
                    <a:pt x="1632194" y="366521"/>
                  </a:lnTo>
                  <a:lnTo>
                    <a:pt x="1613276" y="404104"/>
                  </a:lnTo>
                  <a:lnTo>
                    <a:pt x="1592537" y="440714"/>
                  </a:lnTo>
                  <a:lnTo>
                    <a:pt x="1570026" y="476262"/>
                  </a:lnTo>
                  <a:lnTo>
                    <a:pt x="1545799" y="510663"/>
                  </a:lnTo>
                  <a:lnTo>
                    <a:pt x="1519913" y="543833"/>
                  </a:lnTo>
                  <a:lnTo>
                    <a:pt x="1492430" y="575693"/>
                  </a:lnTo>
                  <a:lnTo>
                    <a:pt x="1463417" y="606167"/>
                  </a:lnTo>
                  <a:lnTo>
                    <a:pt x="1432943" y="635180"/>
                  </a:lnTo>
                  <a:lnTo>
                    <a:pt x="1401083" y="662663"/>
                  </a:lnTo>
                  <a:lnTo>
                    <a:pt x="1367913" y="688549"/>
                  </a:lnTo>
                  <a:lnTo>
                    <a:pt x="1333512" y="712777"/>
                  </a:lnTo>
                  <a:lnTo>
                    <a:pt x="1297964" y="735287"/>
                  </a:lnTo>
                  <a:lnTo>
                    <a:pt x="1261354" y="756026"/>
                  </a:lnTo>
                  <a:lnTo>
                    <a:pt x="1223771" y="774944"/>
                  </a:lnTo>
                  <a:lnTo>
                    <a:pt x="1185305" y="791995"/>
                  </a:lnTo>
                  <a:lnTo>
                    <a:pt x="1146048" y="807138"/>
                  </a:lnTo>
                  <a:lnTo>
                    <a:pt x="1106096" y="820337"/>
                  </a:lnTo>
                  <a:lnTo>
                    <a:pt x="1065544" y="831559"/>
                  </a:lnTo>
                  <a:lnTo>
                    <a:pt x="1024491" y="840778"/>
                  </a:lnTo>
                  <a:lnTo>
                    <a:pt x="983034" y="847971"/>
                  </a:lnTo>
                  <a:lnTo>
                    <a:pt x="941275" y="853122"/>
                  </a:lnTo>
                  <a:lnTo>
                    <a:pt x="899313" y="856217"/>
                  </a:lnTo>
                  <a:lnTo>
                    <a:pt x="878287" y="856991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41400" y="8670925"/>
              <a:ext cx="1714500" cy="857250"/>
            </a:xfrm>
            <a:custGeom>
              <a:avLst/>
              <a:gdLst/>
              <a:ahLst/>
              <a:cxnLst/>
              <a:rect l="l" t="t" r="r" b="b"/>
              <a:pathLst>
                <a:path w="1714500" h="857250">
                  <a:moveTo>
                    <a:pt x="857250" y="0"/>
                  </a:moveTo>
                  <a:lnTo>
                    <a:pt x="1714500" y="0"/>
                  </a:lnTo>
                  <a:lnTo>
                    <a:pt x="1714435" y="10520"/>
                  </a:lnTo>
                  <a:lnTo>
                    <a:pt x="1712886" y="52568"/>
                  </a:lnTo>
                  <a:lnTo>
                    <a:pt x="1709276" y="94488"/>
                  </a:lnTo>
                  <a:lnTo>
                    <a:pt x="1703613" y="136181"/>
                  </a:lnTo>
                  <a:lnTo>
                    <a:pt x="1695912" y="177546"/>
                  </a:lnTo>
                  <a:lnTo>
                    <a:pt x="1686190" y="218484"/>
                  </a:lnTo>
                  <a:lnTo>
                    <a:pt x="1674471" y="258895"/>
                  </a:lnTo>
                  <a:lnTo>
                    <a:pt x="1660783" y="298682"/>
                  </a:lnTo>
                  <a:lnTo>
                    <a:pt x="1645159" y="337750"/>
                  </a:lnTo>
                  <a:lnTo>
                    <a:pt x="1627637" y="376004"/>
                  </a:lnTo>
                  <a:lnTo>
                    <a:pt x="1608260" y="413352"/>
                  </a:lnTo>
                  <a:lnTo>
                    <a:pt x="1587073" y="449705"/>
                  </a:lnTo>
                  <a:lnTo>
                    <a:pt x="1564128" y="484974"/>
                  </a:lnTo>
                  <a:lnTo>
                    <a:pt x="1539480" y="519074"/>
                  </a:lnTo>
                  <a:lnTo>
                    <a:pt x="1513189" y="551925"/>
                  </a:lnTo>
                  <a:lnTo>
                    <a:pt x="1485317" y="583445"/>
                  </a:lnTo>
                  <a:lnTo>
                    <a:pt x="1455932" y="613560"/>
                  </a:lnTo>
                  <a:lnTo>
                    <a:pt x="1425105" y="642197"/>
                  </a:lnTo>
                  <a:lnTo>
                    <a:pt x="1392910" y="669287"/>
                  </a:lnTo>
                  <a:lnTo>
                    <a:pt x="1359424" y="694764"/>
                  </a:lnTo>
                  <a:lnTo>
                    <a:pt x="1324728" y="718568"/>
                  </a:lnTo>
                  <a:lnTo>
                    <a:pt x="1288907" y="740641"/>
                  </a:lnTo>
                  <a:lnTo>
                    <a:pt x="1252046" y="760929"/>
                  </a:lnTo>
                  <a:lnTo>
                    <a:pt x="1214233" y="779384"/>
                  </a:lnTo>
                  <a:lnTo>
                    <a:pt x="1175560" y="795961"/>
                  </a:lnTo>
                  <a:lnTo>
                    <a:pt x="1136121" y="810621"/>
                  </a:lnTo>
                  <a:lnTo>
                    <a:pt x="1096010" y="823329"/>
                  </a:lnTo>
                  <a:lnTo>
                    <a:pt x="1055323" y="834052"/>
                  </a:lnTo>
                  <a:lnTo>
                    <a:pt x="1014160" y="842767"/>
                  </a:lnTo>
                  <a:lnTo>
                    <a:pt x="972618" y="849451"/>
                  </a:lnTo>
                  <a:lnTo>
                    <a:pt x="930798" y="854088"/>
                  </a:lnTo>
                  <a:lnTo>
                    <a:pt x="888802" y="856669"/>
                  </a:lnTo>
                  <a:lnTo>
                    <a:pt x="857250" y="857250"/>
                  </a:lnTo>
                  <a:lnTo>
                    <a:pt x="846729" y="857185"/>
                  </a:lnTo>
                  <a:lnTo>
                    <a:pt x="804682" y="855636"/>
                  </a:lnTo>
                  <a:lnTo>
                    <a:pt x="762761" y="852026"/>
                  </a:lnTo>
                  <a:lnTo>
                    <a:pt x="721068" y="846363"/>
                  </a:lnTo>
                  <a:lnTo>
                    <a:pt x="679702" y="838662"/>
                  </a:lnTo>
                  <a:lnTo>
                    <a:pt x="638765" y="828940"/>
                  </a:lnTo>
                  <a:lnTo>
                    <a:pt x="598354" y="817221"/>
                  </a:lnTo>
                  <a:lnTo>
                    <a:pt x="558567" y="803533"/>
                  </a:lnTo>
                  <a:lnTo>
                    <a:pt x="519499" y="787909"/>
                  </a:lnTo>
                  <a:lnTo>
                    <a:pt x="481245" y="770388"/>
                  </a:lnTo>
                  <a:lnTo>
                    <a:pt x="443897" y="751010"/>
                  </a:lnTo>
                  <a:lnTo>
                    <a:pt x="407544" y="729823"/>
                  </a:lnTo>
                  <a:lnTo>
                    <a:pt x="372275" y="706878"/>
                  </a:lnTo>
                  <a:lnTo>
                    <a:pt x="338174" y="682230"/>
                  </a:lnTo>
                  <a:lnTo>
                    <a:pt x="305324" y="655939"/>
                  </a:lnTo>
                  <a:lnTo>
                    <a:pt x="273804" y="628067"/>
                  </a:lnTo>
                  <a:lnTo>
                    <a:pt x="243689" y="598682"/>
                  </a:lnTo>
                  <a:lnTo>
                    <a:pt x="215052" y="567855"/>
                  </a:lnTo>
                  <a:lnTo>
                    <a:pt x="187962" y="535659"/>
                  </a:lnTo>
                  <a:lnTo>
                    <a:pt x="162485" y="502174"/>
                  </a:lnTo>
                  <a:lnTo>
                    <a:pt x="138681" y="467478"/>
                  </a:lnTo>
                  <a:lnTo>
                    <a:pt x="116608" y="431657"/>
                  </a:lnTo>
                  <a:lnTo>
                    <a:pt x="96320" y="394795"/>
                  </a:lnTo>
                  <a:lnTo>
                    <a:pt x="77865" y="356983"/>
                  </a:lnTo>
                  <a:lnTo>
                    <a:pt x="61287" y="318310"/>
                  </a:lnTo>
                  <a:lnTo>
                    <a:pt x="46627" y="278871"/>
                  </a:lnTo>
                  <a:lnTo>
                    <a:pt x="33920" y="238760"/>
                  </a:lnTo>
                  <a:lnTo>
                    <a:pt x="23197" y="198073"/>
                  </a:lnTo>
                  <a:lnTo>
                    <a:pt x="14482" y="156910"/>
                  </a:lnTo>
                  <a:lnTo>
                    <a:pt x="7798" y="115368"/>
                  </a:lnTo>
                  <a:lnTo>
                    <a:pt x="3160" y="73548"/>
                  </a:lnTo>
                  <a:lnTo>
                    <a:pt x="580" y="31552"/>
                  </a:lnTo>
                  <a:lnTo>
                    <a:pt x="0" y="0"/>
                  </a:lnTo>
                  <a:lnTo>
                    <a:pt x="85725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795462" y="9305181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50%</a:t>
            </a:r>
            <a:endParaRPr sz="750">
              <a:latin typeface="Roboto Bk"/>
              <a:cs typeface="Roboto B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61"/>
            <a:ext cx="6086475" cy="8505825"/>
          </a:xfrm>
          <a:custGeom>
            <a:avLst/>
            <a:gdLst/>
            <a:ahLst/>
            <a:cxnLst/>
            <a:rect l="l" t="t" r="r" b="b"/>
            <a:pathLst>
              <a:path w="6086475" h="8505825">
                <a:moveTo>
                  <a:pt x="0" y="2605087"/>
                </a:moveTo>
                <a:lnTo>
                  <a:pt x="0" y="71437"/>
                </a:lnTo>
                <a:lnTo>
                  <a:pt x="0" y="66747"/>
                </a:lnTo>
                <a:lnTo>
                  <a:pt x="457" y="62101"/>
                </a:lnTo>
                <a:lnTo>
                  <a:pt x="12039" y="31749"/>
                </a:lnTo>
                <a:lnTo>
                  <a:pt x="14645" y="27849"/>
                </a:lnTo>
                <a:lnTo>
                  <a:pt x="17606" y="24240"/>
                </a:lnTo>
                <a:lnTo>
                  <a:pt x="20923" y="20924"/>
                </a:lnTo>
                <a:lnTo>
                  <a:pt x="24240" y="17606"/>
                </a:lnTo>
                <a:lnTo>
                  <a:pt x="62101" y="458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62234" y="17606"/>
                </a:lnTo>
                <a:lnTo>
                  <a:pt x="6065550" y="20924"/>
                </a:lnTo>
                <a:lnTo>
                  <a:pt x="6068867" y="24240"/>
                </a:lnTo>
                <a:lnTo>
                  <a:pt x="6071828" y="27849"/>
                </a:lnTo>
                <a:lnTo>
                  <a:pt x="6074433" y="31749"/>
                </a:lnTo>
                <a:lnTo>
                  <a:pt x="6077040" y="35649"/>
                </a:lnTo>
                <a:lnTo>
                  <a:pt x="6085101" y="57498"/>
                </a:lnTo>
                <a:lnTo>
                  <a:pt x="6086016" y="62101"/>
                </a:lnTo>
                <a:lnTo>
                  <a:pt x="6086474" y="66747"/>
                </a:lnTo>
                <a:lnTo>
                  <a:pt x="6086475" y="71437"/>
                </a:lnTo>
                <a:lnTo>
                  <a:pt x="6086475" y="2605087"/>
                </a:lnTo>
                <a:lnTo>
                  <a:pt x="6086474" y="2609777"/>
                </a:lnTo>
                <a:lnTo>
                  <a:pt x="6086016" y="2614422"/>
                </a:lnTo>
                <a:lnTo>
                  <a:pt x="6085101" y="2619021"/>
                </a:lnTo>
                <a:lnTo>
                  <a:pt x="6084186" y="2623619"/>
                </a:lnTo>
                <a:lnTo>
                  <a:pt x="6082831" y="2628086"/>
                </a:lnTo>
                <a:lnTo>
                  <a:pt x="6081035" y="2632420"/>
                </a:lnTo>
                <a:lnTo>
                  <a:pt x="6079241" y="2636753"/>
                </a:lnTo>
                <a:lnTo>
                  <a:pt x="6077040" y="2640869"/>
                </a:lnTo>
                <a:lnTo>
                  <a:pt x="6074433" y="2644768"/>
                </a:lnTo>
                <a:lnTo>
                  <a:pt x="6071828" y="2648668"/>
                </a:lnTo>
                <a:lnTo>
                  <a:pt x="6042374" y="2671081"/>
                </a:lnTo>
                <a:lnTo>
                  <a:pt x="6038041" y="2672875"/>
                </a:lnTo>
                <a:lnTo>
                  <a:pt x="6033574" y="2674232"/>
                </a:lnTo>
                <a:lnTo>
                  <a:pt x="6028973" y="2675148"/>
                </a:lnTo>
                <a:lnTo>
                  <a:pt x="6024373" y="2676064"/>
                </a:lnTo>
                <a:lnTo>
                  <a:pt x="6019728" y="2676523"/>
                </a:lnTo>
                <a:lnTo>
                  <a:pt x="6015037" y="2676525"/>
                </a:lnTo>
                <a:lnTo>
                  <a:pt x="71437" y="2676525"/>
                </a:lnTo>
                <a:lnTo>
                  <a:pt x="44099" y="2671081"/>
                </a:lnTo>
                <a:lnTo>
                  <a:pt x="39765" y="2669287"/>
                </a:lnTo>
                <a:lnTo>
                  <a:pt x="9433" y="2640869"/>
                </a:lnTo>
                <a:lnTo>
                  <a:pt x="0" y="2609777"/>
                </a:lnTo>
                <a:lnTo>
                  <a:pt x="0" y="2605087"/>
                </a:lnTo>
                <a:close/>
              </a:path>
              <a:path w="6086475" h="8505825">
                <a:moveTo>
                  <a:pt x="0" y="5519737"/>
                </a:moveTo>
                <a:lnTo>
                  <a:pt x="0" y="2757487"/>
                </a:lnTo>
                <a:lnTo>
                  <a:pt x="0" y="2752794"/>
                </a:lnTo>
                <a:lnTo>
                  <a:pt x="457" y="2748146"/>
                </a:lnTo>
                <a:lnTo>
                  <a:pt x="1372" y="2743543"/>
                </a:lnTo>
                <a:lnTo>
                  <a:pt x="2287" y="2738947"/>
                </a:lnTo>
                <a:lnTo>
                  <a:pt x="3642" y="2734479"/>
                </a:lnTo>
                <a:lnTo>
                  <a:pt x="5437" y="2730145"/>
                </a:lnTo>
                <a:lnTo>
                  <a:pt x="7232" y="2725810"/>
                </a:lnTo>
                <a:lnTo>
                  <a:pt x="9433" y="2721694"/>
                </a:lnTo>
                <a:lnTo>
                  <a:pt x="12039" y="2717794"/>
                </a:lnTo>
                <a:lnTo>
                  <a:pt x="14645" y="2713894"/>
                </a:lnTo>
                <a:lnTo>
                  <a:pt x="17606" y="2710288"/>
                </a:lnTo>
                <a:lnTo>
                  <a:pt x="20923" y="2706971"/>
                </a:lnTo>
                <a:lnTo>
                  <a:pt x="24240" y="2703653"/>
                </a:lnTo>
                <a:lnTo>
                  <a:pt x="44099" y="2691484"/>
                </a:lnTo>
                <a:lnTo>
                  <a:pt x="48433" y="2689691"/>
                </a:lnTo>
                <a:lnTo>
                  <a:pt x="52900" y="2688335"/>
                </a:lnTo>
                <a:lnTo>
                  <a:pt x="57500" y="2687419"/>
                </a:lnTo>
                <a:lnTo>
                  <a:pt x="62101" y="2686506"/>
                </a:lnTo>
                <a:lnTo>
                  <a:pt x="66746" y="2686050"/>
                </a:lnTo>
                <a:lnTo>
                  <a:pt x="71437" y="2686050"/>
                </a:lnTo>
                <a:lnTo>
                  <a:pt x="6015037" y="2686050"/>
                </a:lnTo>
                <a:lnTo>
                  <a:pt x="6019728" y="2686050"/>
                </a:lnTo>
                <a:lnTo>
                  <a:pt x="6024373" y="2686506"/>
                </a:lnTo>
                <a:lnTo>
                  <a:pt x="6028973" y="2687419"/>
                </a:lnTo>
                <a:lnTo>
                  <a:pt x="6033574" y="2688335"/>
                </a:lnTo>
                <a:lnTo>
                  <a:pt x="6038041" y="2689691"/>
                </a:lnTo>
                <a:lnTo>
                  <a:pt x="6042374" y="2691484"/>
                </a:lnTo>
                <a:lnTo>
                  <a:pt x="6046708" y="2693277"/>
                </a:lnTo>
                <a:lnTo>
                  <a:pt x="6065550" y="2706971"/>
                </a:lnTo>
                <a:lnTo>
                  <a:pt x="6068867" y="2710288"/>
                </a:lnTo>
                <a:lnTo>
                  <a:pt x="6071828" y="2713897"/>
                </a:lnTo>
                <a:lnTo>
                  <a:pt x="6074433" y="2717796"/>
                </a:lnTo>
                <a:lnTo>
                  <a:pt x="6077040" y="2721696"/>
                </a:lnTo>
                <a:lnTo>
                  <a:pt x="6079241" y="2725813"/>
                </a:lnTo>
                <a:lnTo>
                  <a:pt x="6081035" y="2730146"/>
                </a:lnTo>
                <a:lnTo>
                  <a:pt x="6082831" y="2734479"/>
                </a:lnTo>
                <a:lnTo>
                  <a:pt x="6084186" y="2738947"/>
                </a:lnTo>
                <a:lnTo>
                  <a:pt x="6085101" y="2743546"/>
                </a:lnTo>
                <a:lnTo>
                  <a:pt x="6086016" y="2748148"/>
                </a:lnTo>
                <a:lnTo>
                  <a:pt x="6086474" y="2752794"/>
                </a:lnTo>
                <a:lnTo>
                  <a:pt x="6086475" y="2757487"/>
                </a:lnTo>
                <a:lnTo>
                  <a:pt x="6086475" y="5519737"/>
                </a:lnTo>
                <a:lnTo>
                  <a:pt x="6086474" y="5524427"/>
                </a:lnTo>
                <a:lnTo>
                  <a:pt x="6086016" y="5529072"/>
                </a:lnTo>
                <a:lnTo>
                  <a:pt x="6085101" y="5533668"/>
                </a:lnTo>
                <a:lnTo>
                  <a:pt x="6084186" y="5538271"/>
                </a:lnTo>
                <a:lnTo>
                  <a:pt x="6082831" y="5542738"/>
                </a:lnTo>
                <a:lnTo>
                  <a:pt x="6081035" y="5547070"/>
                </a:lnTo>
                <a:lnTo>
                  <a:pt x="6079241" y="5551405"/>
                </a:lnTo>
                <a:lnTo>
                  <a:pt x="6077040" y="5555523"/>
                </a:lnTo>
                <a:lnTo>
                  <a:pt x="6074433" y="5559423"/>
                </a:lnTo>
                <a:lnTo>
                  <a:pt x="6071828" y="5563322"/>
                </a:lnTo>
                <a:lnTo>
                  <a:pt x="6038041" y="5587528"/>
                </a:lnTo>
                <a:lnTo>
                  <a:pt x="6015037" y="5591175"/>
                </a:lnTo>
                <a:lnTo>
                  <a:pt x="71437" y="5591175"/>
                </a:lnTo>
                <a:lnTo>
                  <a:pt x="66746" y="5591173"/>
                </a:lnTo>
                <a:lnTo>
                  <a:pt x="62101" y="5590714"/>
                </a:lnTo>
                <a:lnTo>
                  <a:pt x="57500" y="5589798"/>
                </a:lnTo>
                <a:lnTo>
                  <a:pt x="52900" y="5588884"/>
                </a:lnTo>
                <a:lnTo>
                  <a:pt x="17606" y="5566931"/>
                </a:lnTo>
                <a:lnTo>
                  <a:pt x="5437" y="5547070"/>
                </a:lnTo>
                <a:lnTo>
                  <a:pt x="3642" y="5542738"/>
                </a:lnTo>
                <a:lnTo>
                  <a:pt x="2287" y="5538271"/>
                </a:lnTo>
                <a:lnTo>
                  <a:pt x="1372" y="5533668"/>
                </a:lnTo>
                <a:lnTo>
                  <a:pt x="457" y="5529072"/>
                </a:lnTo>
                <a:lnTo>
                  <a:pt x="0" y="5524427"/>
                </a:lnTo>
                <a:lnTo>
                  <a:pt x="0" y="5519737"/>
                </a:lnTo>
                <a:close/>
              </a:path>
              <a:path w="6086475" h="8505825">
                <a:moveTo>
                  <a:pt x="0" y="8434387"/>
                </a:moveTo>
                <a:lnTo>
                  <a:pt x="0" y="5672137"/>
                </a:lnTo>
                <a:lnTo>
                  <a:pt x="0" y="5667444"/>
                </a:lnTo>
                <a:lnTo>
                  <a:pt x="457" y="5662798"/>
                </a:lnTo>
                <a:lnTo>
                  <a:pt x="1372" y="5658198"/>
                </a:lnTo>
                <a:lnTo>
                  <a:pt x="2287" y="5653597"/>
                </a:lnTo>
                <a:lnTo>
                  <a:pt x="3642" y="5649127"/>
                </a:lnTo>
                <a:lnTo>
                  <a:pt x="5437" y="5644795"/>
                </a:lnTo>
                <a:lnTo>
                  <a:pt x="7232" y="5640460"/>
                </a:lnTo>
                <a:lnTo>
                  <a:pt x="9433" y="5636344"/>
                </a:lnTo>
                <a:lnTo>
                  <a:pt x="12039" y="5632444"/>
                </a:lnTo>
                <a:lnTo>
                  <a:pt x="14645" y="5628544"/>
                </a:lnTo>
                <a:lnTo>
                  <a:pt x="17606" y="5624935"/>
                </a:lnTo>
                <a:lnTo>
                  <a:pt x="20923" y="5621619"/>
                </a:lnTo>
                <a:lnTo>
                  <a:pt x="24240" y="5618301"/>
                </a:lnTo>
                <a:lnTo>
                  <a:pt x="27848" y="5615340"/>
                </a:lnTo>
                <a:lnTo>
                  <a:pt x="31748" y="5612733"/>
                </a:lnTo>
                <a:lnTo>
                  <a:pt x="35649" y="5610126"/>
                </a:lnTo>
                <a:lnTo>
                  <a:pt x="39765" y="5607927"/>
                </a:lnTo>
                <a:lnTo>
                  <a:pt x="44099" y="5606134"/>
                </a:lnTo>
                <a:lnTo>
                  <a:pt x="48433" y="5604341"/>
                </a:lnTo>
                <a:lnTo>
                  <a:pt x="52900" y="5602985"/>
                </a:lnTo>
                <a:lnTo>
                  <a:pt x="57500" y="5602071"/>
                </a:lnTo>
                <a:lnTo>
                  <a:pt x="62101" y="5601158"/>
                </a:lnTo>
                <a:lnTo>
                  <a:pt x="66746" y="5600700"/>
                </a:lnTo>
                <a:lnTo>
                  <a:pt x="71437" y="5600700"/>
                </a:lnTo>
                <a:lnTo>
                  <a:pt x="6015037" y="5600700"/>
                </a:lnTo>
                <a:lnTo>
                  <a:pt x="6019728" y="5600700"/>
                </a:lnTo>
                <a:lnTo>
                  <a:pt x="6024373" y="5601158"/>
                </a:lnTo>
                <a:lnTo>
                  <a:pt x="6028973" y="5602071"/>
                </a:lnTo>
                <a:lnTo>
                  <a:pt x="6033574" y="5602985"/>
                </a:lnTo>
                <a:lnTo>
                  <a:pt x="6038041" y="5604341"/>
                </a:lnTo>
                <a:lnTo>
                  <a:pt x="6042374" y="5606134"/>
                </a:lnTo>
                <a:lnTo>
                  <a:pt x="6046708" y="5607927"/>
                </a:lnTo>
                <a:lnTo>
                  <a:pt x="6065550" y="5621619"/>
                </a:lnTo>
                <a:lnTo>
                  <a:pt x="6068867" y="5624935"/>
                </a:lnTo>
                <a:lnTo>
                  <a:pt x="6071828" y="5628542"/>
                </a:lnTo>
                <a:lnTo>
                  <a:pt x="6074433" y="5632442"/>
                </a:lnTo>
                <a:lnTo>
                  <a:pt x="6077040" y="5636341"/>
                </a:lnTo>
                <a:lnTo>
                  <a:pt x="6079241" y="5640460"/>
                </a:lnTo>
                <a:lnTo>
                  <a:pt x="6081035" y="5644795"/>
                </a:lnTo>
                <a:lnTo>
                  <a:pt x="6082831" y="5649127"/>
                </a:lnTo>
                <a:lnTo>
                  <a:pt x="6084186" y="5653597"/>
                </a:lnTo>
                <a:lnTo>
                  <a:pt x="6085101" y="5658198"/>
                </a:lnTo>
                <a:lnTo>
                  <a:pt x="6086016" y="5662798"/>
                </a:lnTo>
                <a:lnTo>
                  <a:pt x="6086474" y="5667444"/>
                </a:lnTo>
                <a:lnTo>
                  <a:pt x="6086475" y="5672137"/>
                </a:lnTo>
                <a:lnTo>
                  <a:pt x="6086475" y="8434387"/>
                </a:lnTo>
                <a:lnTo>
                  <a:pt x="6086474" y="8439077"/>
                </a:lnTo>
                <a:lnTo>
                  <a:pt x="6086016" y="8443722"/>
                </a:lnTo>
                <a:lnTo>
                  <a:pt x="6085101" y="8448321"/>
                </a:lnTo>
                <a:lnTo>
                  <a:pt x="6084186" y="8452923"/>
                </a:lnTo>
                <a:lnTo>
                  <a:pt x="6082831" y="8457390"/>
                </a:lnTo>
                <a:lnTo>
                  <a:pt x="6081035" y="8461723"/>
                </a:lnTo>
                <a:lnTo>
                  <a:pt x="6079241" y="8466055"/>
                </a:lnTo>
                <a:lnTo>
                  <a:pt x="6077040" y="8470171"/>
                </a:lnTo>
                <a:lnTo>
                  <a:pt x="6074433" y="8474071"/>
                </a:lnTo>
                <a:lnTo>
                  <a:pt x="6071828" y="8477972"/>
                </a:lnTo>
                <a:lnTo>
                  <a:pt x="6038041" y="8502178"/>
                </a:lnTo>
                <a:lnTo>
                  <a:pt x="6028973" y="8504450"/>
                </a:lnTo>
                <a:lnTo>
                  <a:pt x="6024373" y="8505366"/>
                </a:lnTo>
                <a:lnTo>
                  <a:pt x="6019728" y="8505825"/>
                </a:lnTo>
                <a:lnTo>
                  <a:pt x="6015037" y="8505825"/>
                </a:lnTo>
                <a:lnTo>
                  <a:pt x="71437" y="8505825"/>
                </a:lnTo>
                <a:lnTo>
                  <a:pt x="66746" y="8505825"/>
                </a:lnTo>
                <a:lnTo>
                  <a:pt x="62101" y="8505366"/>
                </a:lnTo>
                <a:lnTo>
                  <a:pt x="31748" y="8493781"/>
                </a:lnTo>
                <a:lnTo>
                  <a:pt x="27848" y="8491177"/>
                </a:lnTo>
                <a:lnTo>
                  <a:pt x="3642" y="8457390"/>
                </a:lnTo>
                <a:lnTo>
                  <a:pt x="1372" y="8448321"/>
                </a:lnTo>
                <a:lnTo>
                  <a:pt x="457" y="8443722"/>
                </a:lnTo>
                <a:lnTo>
                  <a:pt x="0" y="8439077"/>
                </a:lnTo>
                <a:lnTo>
                  <a:pt x="0" y="84343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421023"/>
            <a:ext cx="3465829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6-</a:t>
            </a:r>
            <a:r>
              <a:rPr sz="1300" spc="-9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How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many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times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per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day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2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open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TikTok?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081905"/>
            <a:ext cx="498538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937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7-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use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while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doing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other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tasks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(studying,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eating,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in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class/work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)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5996555"/>
            <a:ext cx="504380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8-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ever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fell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like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using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TikTok,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made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27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spend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less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time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on</a:t>
            </a:r>
            <a:r>
              <a:rPr sz="1300" spc="27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your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hobbies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physical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activity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127125"/>
            <a:ext cx="3171825" cy="1905000"/>
            <a:chOff x="850900" y="1127125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12712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22375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374775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1527175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48000" y="1157288"/>
            <a:ext cx="4762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2h</a:t>
            </a:r>
            <a:r>
              <a:rPr sz="750" b="1" spc="-4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to</a:t>
            </a:r>
            <a:r>
              <a:rPr sz="750" b="1" spc="-3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4h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5h</a:t>
            </a:r>
            <a:r>
              <a:rPr sz="750" b="1" spc="-4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to</a:t>
            </a:r>
            <a:r>
              <a:rPr sz="750" b="1" spc="-3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8h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9h</a:t>
            </a:r>
            <a:r>
              <a:rPr sz="750" b="1" spc="-4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to</a:t>
            </a:r>
            <a:r>
              <a:rPr sz="750" b="1" spc="-3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18h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19h</a:t>
            </a:r>
            <a:r>
              <a:rPr sz="750" b="1" spc="-3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to</a:t>
            </a:r>
            <a:r>
              <a:rPr sz="750" b="1" spc="-30" dirty="0">
                <a:solidFill>
                  <a:srgbClr val="212121"/>
                </a:solidFill>
                <a:latin typeface="Roboto Bk"/>
                <a:cs typeface="Roboto Bk"/>
              </a:rPr>
              <a:t> 20h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93887" y="1679575"/>
            <a:ext cx="1129030" cy="405130"/>
            <a:chOff x="1893887" y="1679575"/>
            <a:chExt cx="1129030" cy="40513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7350" y="1679575"/>
              <a:ext cx="95250" cy="952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98650" y="1690442"/>
              <a:ext cx="857250" cy="389255"/>
            </a:xfrm>
            <a:custGeom>
              <a:avLst/>
              <a:gdLst/>
              <a:ahLst/>
              <a:cxnLst/>
              <a:rect l="l" t="t" r="r" b="b"/>
              <a:pathLst>
                <a:path w="857250" h="389255">
                  <a:moveTo>
                    <a:pt x="857250" y="389183"/>
                  </a:moveTo>
                  <a:lnTo>
                    <a:pt x="0" y="389183"/>
                  </a:lnTo>
                  <a:lnTo>
                    <a:pt x="763815" y="0"/>
                  </a:lnTo>
                  <a:lnTo>
                    <a:pt x="785448" y="45717"/>
                  </a:lnTo>
                  <a:lnTo>
                    <a:pt x="804283" y="92467"/>
                  </a:lnTo>
                  <a:lnTo>
                    <a:pt x="820322" y="140248"/>
                  </a:lnTo>
                  <a:lnTo>
                    <a:pt x="833563" y="189062"/>
                  </a:lnTo>
                  <a:lnTo>
                    <a:pt x="843926" y="238566"/>
                  </a:lnTo>
                  <a:lnTo>
                    <a:pt x="851328" y="288421"/>
                  </a:lnTo>
                  <a:lnTo>
                    <a:pt x="855769" y="338627"/>
                  </a:lnTo>
                  <a:lnTo>
                    <a:pt x="857250" y="389183"/>
                  </a:lnTo>
                  <a:close/>
                </a:path>
              </a:pathLst>
            </a:custGeom>
            <a:solidFill>
              <a:srgbClr val="0F95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8650" y="1690442"/>
              <a:ext cx="857250" cy="389255"/>
            </a:xfrm>
            <a:custGeom>
              <a:avLst/>
              <a:gdLst/>
              <a:ahLst/>
              <a:cxnLst/>
              <a:rect l="l" t="t" r="r" b="b"/>
              <a:pathLst>
                <a:path w="857250" h="389255">
                  <a:moveTo>
                    <a:pt x="0" y="389183"/>
                  </a:moveTo>
                  <a:lnTo>
                    <a:pt x="763815" y="0"/>
                  </a:lnTo>
                  <a:lnTo>
                    <a:pt x="785448" y="45717"/>
                  </a:lnTo>
                  <a:lnTo>
                    <a:pt x="804283" y="92467"/>
                  </a:lnTo>
                  <a:lnTo>
                    <a:pt x="820322" y="140248"/>
                  </a:lnTo>
                  <a:lnTo>
                    <a:pt x="833563" y="189062"/>
                  </a:lnTo>
                  <a:lnTo>
                    <a:pt x="843926" y="238566"/>
                  </a:lnTo>
                  <a:lnTo>
                    <a:pt x="851328" y="288421"/>
                  </a:lnTo>
                  <a:lnTo>
                    <a:pt x="855769" y="338627"/>
                  </a:lnTo>
                  <a:lnTo>
                    <a:pt x="857250" y="389183"/>
                  </a:lnTo>
                  <a:lnTo>
                    <a:pt x="0" y="38918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21135" y="1852464"/>
            <a:ext cx="2279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Roboto Bk"/>
                <a:cs typeface="Roboto Bk"/>
              </a:rPr>
              <a:t>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93887" y="1311048"/>
            <a:ext cx="773430" cy="773430"/>
            <a:chOff x="1893887" y="1311048"/>
            <a:chExt cx="773430" cy="773430"/>
          </a:xfrm>
        </p:grpSpPr>
        <p:sp>
          <p:nvSpPr>
            <p:cNvPr id="20" name="object 20"/>
            <p:cNvSpPr/>
            <p:nvPr/>
          </p:nvSpPr>
          <p:spPr>
            <a:xfrm>
              <a:off x="1898650" y="1315810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5" h="763905">
                  <a:moveTo>
                    <a:pt x="0" y="763815"/>
                  </a:moveTo>
                  <a:lnTo>
                    <a:pt x="389183" y="0"/>
                  </a:lnTo>
                  <a:lnTo>
                    <a:pt x="418894" y="15878"/>
                  </a:lnTo>
                  <a:lnTo>
                    <a:pt x="447914" y="32886"/>
                  </a:lnTo>
                  <a:lnTo>
                    <a:pt x="503878" y="70285"/>
                  </a:lnTo>
                  <a:lnTo>
                    <a:pt x="556742" y="111954"/>
                  </a:lnTo>
                  <a:lnTo>
                    <a:pt x="606167" y="157648"/>
                  </a:lnTo>
                  <a:lnTo>
                    <a:pt x="651861" y="207073"/>
                  </a:lnTo>
                  <a:lnTo>
                    <a:pt x="693529" y="259936"/>
                  </a:lnTo>
                  <a:lnTo>
                    <a:pt x="730929" y="315901"/>
                  </a:lnTo>
                  <a:lnTo>
                    <a:pt x="763815" y="374631"/>
                  </a:lnTo>
                  <a:lnTo>
                    <a:pt x="0" y="763815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98650" y="1315810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5" h="763905">
                  <a:moveTo>
                    <a:pt x="0" y="763815"/>
                  </a:moveTo>
                  <a:lnTo>
                    <a:pt x="389183" y="0"/>
                  </a:lnTo>
                  <a:lnTo>
                    <a:pt x="418894" y="15878"/>
                  </a:lnTo>
                  <a:lnTo>
                    <a:pt x="447914" y="32886"/>
                  </a:lnTo>
                  <a:lnTo>
                    <a:pt x="503878" y="70285"/>
                  </a:lnTo>
                  <a:lnTo>
                    <a:pt x="556742" y="111954"/>
                  </a:lnTo>
                  <a:lnTo>
                    <a:pt x="606167" y="157648"/>
                  </a:lnTo>
                  <a:lnTo>
                    <a:pt x="651861" y="207073"/>
                  </a:lnTo>
                  <a:lnTo>
                    <a:pt x="693529" y="259936"/>
                  </a:lnTo>
                  <a:lnTo>
                    <a:pt x="730929" y="315901"/>
                  </a:lnTo>
                  <a:lnTo>
                    <a:pt x="763815" y="374631"/>
                  </a:lnTo>
                  <a:lnTo>
                    <a:pt x="0" y="76381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64717" y="1535609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7191" y="1217613"/>
            <a:ext cx="1245870" cy="866775"/>
            <a:chOff x="1047191" y="1217613"/>
            <a:chExt cx="1245870" cy="866775"/>
          </a:xfrm>
        </p:grpSpPr>
        <p:sp>
          <p:nvSpPr>
            <p:cNvPr id="24" name="object 24"/>
            <p:cNvSpPr/>
            <p:nvPr/>
          </p:nvSpPr>
          <p:spPr>
            <a:xfrm>
              <a:off x="1051954" y="1222375"/>
              <a:ext cx="1236345" cy="857250"/>
            </a:xfrm>
            <a:custGeom>
              <a:avLst/>
              <a:gdLst/>
              <a:ahLst/>
              <a:cxnLst/>
              <a:rect l="l" t="t" r="r" b="b"/>
              <a:pathLst>
                <a:path w="1236345" h="857250">
                  <a:moveTo>
                    <a:pt x="846695" y="857250"/>
                  </a:moveTo>
                  <a:lnTo>
                    <a:pt x="0" y="723146"/>
                  </a:lnTo>
                  <a:lnTo>
                    <a:pt x="4316" y="698271"/>
                  </a:lnTo>
                  <a:lnTo>
                    <a:pt x="9363" y="673533"/>
                  </a:lnTo>
                  <a:lnTo>
                    <a:pt x="21631" y="624557"/>
                  </a:lnTo>
                  <a:lnTo>
                    <a:pt x="36760" y="576389"/>
                  </a:lnTo>
                  <a:lnTo>
                    <a:pt x="54700" y="529194"/>
                  </a:lnTo>
                  <a:lnTo>
                    <a:pt x="75386" y="483138"/>
                  </a:lnTo>
                  <a:lnTo>
                    <a:pt x="98748" y="438379"/>
                  </a:lnTo>
                  <a:lnTo>
                    <a:pt x="124705" y="395073"/>
                  </a:lnTo>
                  <a:lnTo>
                    <a:pt x="153166" y="353371"/>
                  </a:lnTo>
                  <a:lnTo>
                    <a:pt x="184032" y="313416"/>
                  </a:lnTo>
                  <a:lnTo>
                    <a:pt x="217197" y="275348"/>
                  </a:lnTo>
                  <a:lnTo>
                    <a:pt x="252546" y="239298"/>
                  </a:lnTo>
                  <a:lnTo>
                    <a:pt x="289956" y="205391"/>
                  </a:lnTo>
                  <a:lnTo>
                    <a:pt x="329297" y="173746"/>
                  </a:lnTo>
                  <a:lnTo>
                    <a:pt x="370433" y="144472"/>
                  </a:lnTo>
                  <a:lnTo>
                    <a:pt x="413220" y="117670"/>
                  </a:lnTo>
                  <a:lnTo>
                    <a:pt x="457512" y="93434"/>
                  </a:lnTo>
                  <a:lnTo>
                    <a:pt x="503153" y="71847"/>
                  </a:lnTo>
                  <a:lnTo>
                    <a:pt x="549986" y="52985"/>
                  </a:lnTo>
                  <a:lnTo>
                    <a:pt x="597849" y="36912"/>
                  </a:lnTo>
                  <a:lnTo>
                    <a:pt x="646574" y="23685"/>
                  </a:lnTo>
                  <a:lnTo>
                    <a:pt x="695994" y="13350"/>
                  </a:lnTo>
                  <a:lnTo>
                    <a:pt x="745936" y="5942"/>
                  </a:lnTo>
                  <a:lnTo>
                    <a:pt x="796228" y="1486"/>
                  </a:lnTo>
                  <a:lnTo>
                    <a:pt x="846695" y="0"/>
                  </a:lnTo>
                  <a:lnTo>
                    <a:pt x="871940" y="371"/>
                  </a:lnTo>
                  <a:lnTo>
                    <a:pt x="922341" y="3344"/>
                  </a:lnTo>
                  <a:lnTo>
                    <a:pt x="972480" y="9278"/>
                  </a:lnTo>
                  <a:lnTo>
                    <a:pt x="1022182" y="18154"/>
                  </a:lnTo>
                  <a:lnTo>
                    <a:pt x="1071276" y="29940"/>
                  </a:lnTo>
                  <a:lnTo>
                    <a:pt x="1119591" y="44596"/>
                  </a:lnTo>
                  <a:lnTo>
                    <a:pt x="1166960" y="62071"/>
                  </a:lnTo>
                  <a:lnTo>
                    <a:pt x="1213217" y="82305"/>
                  </a:lnTo>
                  <a:lnTo>
                    <a:pt x="1235879" y="93434"/>
                  </a:lnTo>
                  <a:lnTo>
                    <a:pt x="846695" y="857250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1954" y="1222375"/>
              <a:ext cx="1236345" cy="857250"/>
            </a:xfrm>
            <a:custGeom>
              <a:avLst/>
              <a:gdLst/>
              <a:ahLst/>
              <a:cxnLst/>
              <a:rect l="l" t="t" r="r" b="b"/>
              <a:pathLst>
                <a:path w="1236345" h="857250">
                  <a:moveTo>
                    <a:pt x="846695" y="857250"/>
                  </a:moveTo>
                  <a:lnTo>
                    <a:pt x="0" y="723146"/>
                  </a:lnTo>
                  <a:lnTo>
                    <a:pt x="2066" y="710691"/>
                  </a:lnTo>
                  <a:lnTo>
                    <a:pt x="4316" y="698271"/>
                  </a:lnTo>
                  <a:lnTo>
                    <a:pt x="15136" y="648955"/>
                  </a:lnTo>
                  <a:lnTo>
                    <a:pt x="28841" y="600361"/>
                  </a:lnTo>
                  <a:lnTo>
                    <a:pt x="45382" y="552659"/>
                  </a:lnTo>
                  <a:lnTo>
                    <a:pt x="64704" y="506014"/>
                  </a:lnTo>
                  <a:lnTo>
                    <a:pt x="86737" y="460586"/>
                  </a:lnTo>
                  <a:lnTo>
                    <a:pt x="111407" y="416535"/>
                  </a:lnTo>
                  <a:lnTo>
                    <a:pt x="138628" y="374012"/>
                  </a:lnTo>
                  <a:lnTo>
                    <a:pt x="168305" y="333166"/>
                  </a:lnTo>
                  <a:lnTo>
                    <a:pt x="200334" y="294137"/>
                  </a:lnTo>
                  <a:lnTo>
                    <a:pt x="234606" y="257062"/>
                  </a:lnTo>
                  <a:lnTo>
                    <a:pt x="271001" y="222069"/>
                  </a:lnTo>
                  <a:lnTo>
                    <a:pt x="309393" y="189279"/>
                  </a:lnTo>
                  <a:lnTo>
                    <a:pt x="349649" y="158806"/>
                  </a:lnTo>
                  <a:lnTo>
                    <a:pt x="391629" y="130756"/>
                  </a:lnTo>
                  <a:lnTo>
                    <a:pt x="435188" y="105226"/>
                  </a:lnTo>
                  <a:lnTo>
                    <a:pt x="480174" y="82305"/>
                  </a:lnTo>
                  <a:lnTo>
                    <a:pt x="526431" y="62071"/>
                  </a:lnTo>
                  <a:lnTo>
                    <a:pt x="573799" y="44596"/>
                  </a:lnTo>
                  <a:lnTo>
                    <a:pt x="622114" y="29940"/>
                  </a:lnTo>
                  <a:lnTo>
                    <a:pt x="671208" y="18154"/>
                  </a:lnTo>
                  <a:lnTo>
                    <a:pt x="720910" y="9278"/>
                  </a:lnTo>
                  <a:lnTo>
                    <a:pt x="771049" y="3344"/>
                  </a:lnTo>
                  <a:lnTo>
                    <a:pt x="821451" y="371"/>
                  </a:lnTo>
                  <a:lnTo>
                    <a:pt x="846695" y="0"/>
                  </a:lnTo>
                  <a:lnTo>
                    <a:pt x="859320" y="92"/>
                  </a:lnTo>
                  <a:lnTo>
                    <a:pt x="909760" y="2322"/>
                  </a:lnTo>
                  <a:lnTo>
                    <a:pt x="959981" y="7518"/>
                  </a:lnTo>
                  <a:lnTo>
                    <a:pt x="1009809" y="15661"/>
                  </a:lnTo>
                  <a:lnTo>
                    <a:pt x="1059071" y="26723"/>
                  </a:lnTo>
                  <a:lnTo>
                    <a:pt x="1107596" y="40666"/>
                  </a:lnTo>
                  <a:lnTo>
                    <a:pt x="1155217" y="57442"/>
                  </a:lnTo>
                  <a:lnTo>
                    <a:pt x="1201767" y="76992"/>
                  </a:lnTo>
                  <a:lnTo>
                    <a:pt x="1235879" y="93434"/>
                  </a:lnTo>
                  <a:lnTo>
                    <a:pt x="846695" y="85725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88430" y="1402408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30%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6640" y="1940760"/>
            <a:ext cx="1724025" cy="1001394"/>
            <a:chOff x="1036640" y="1940760"/>
            <a:chExt cx="1724025" cy="1001394"/>
          </a:xfrm>
        </p:grpSpPr>
        <p:sp>
          <p:nvSpPr>
            <p:cNvPr id="28" name="object 28"/>
            <p:cNvSpPr/>
            <p:nvPr/>
          </p:nvSpPr>
          <p:spPr>
            <a:xfrm>
              <a:off x="1041402" y="1945522"/>
              <a:ext cx="1714500" cy="991869"/>
            </a:xfrm>
            <a:custGeom>
              <a:avLst/>
              <a:gdLst/>
              <a:ahLst/>
              <a:cxnLst/>
              <a:rect l="l" t="t" r="r" b="b"/>
              <a:pathLst>
                <a:path w="1714500" h="991869">
                  <a:moveTo>
                    <a:pt x="856195" y="991352"/>
                  </a:moveTo>
                  <a:lnTo>
                    <a:pt x="812032" y="990159"/>
                  </a:lnTo>
                  <a:lnTo>
                    <a:pt x="767989" y="986693"/>
                  </a:lnTo>
                  <a:lnTo>
                    <a:pt x="724182" y="980962"/>
                  </a:lnTo>
                  <a:lnTo>
                    <a:pt x="680730" y="972983"/>
                  </a:lnTo>
                  <a:lnTo>
                    <a:pt x="637746" y="962775"/>
                  </a:lnTo>
                  <a:lnTo>
                    <a:pt x="595345" y="950366"/>
                  </a:lnTo>
                  <a:lnTo>
                    <a:pt x="553640" y="935789"/>
                  </a:lnTo>
                  <a:lnTo>
                    <a:pt x="512741" y="919083"/>
                  </a:lnTo>
                  <a:lnTo>
                    <a:pt x="472757" y="900292"/>
                  </a:lnTo>
                  <a:lnTo>
                    <a:pt x="433795" y="879466"/>
                  </a:lnTo>
                  <a:lnTo>
                    <a:pt x="395957" y="856660"/>
                  </a:lnTo>
                  <a:lnTo>
                    <a:pt x="359344" y="831935"/>
                  </a:lnTo>
                  <a:lnTo>
                    <a:pt x="324054" y="805357"/>
                  </a:lnTo>
                  <a:lnTo>
                    <a:pt x="290179" y="776996"/>
                  </a:lnTo>
                  <a:lnTo>
                    <a:pt x="257811" y="746928"/>
                  </a:lnTo>
                  <a:lnTo>
                    <a:pt x="227035" y="715232"/>
                  </a:lnTo>
                  <a:lnTo>
                    <a:pt x="197933" y="681992"/>
                  </a:lnTo>
                  <a:lnTo>
                    <a:pt x="170582" y="647297"/>
                  </a:lnTo>
                  <a:lnTo>
                    <a:pt x="145055" y="611240"/>
                  </a:lnTo>
                  <a:lnTo>
                    <a:pt x="121419" y="573915"/>
                  </a:lnTo>
                  <a:lnTo>
                    <a:pt x="99737" y="535422"/>
                  </a:lnTo>
                  <a:lnTo>
                    <a:pt x="80068" y="495863"/>
                  </a:lnTo>
                  <a:lnTo>
                    <a:pt x="62462" y="455343"/>
                  </a:lnTo>
                  <a:lnTo>
                    <a:pt x="46968" y="413970"/>
                  </a:lnTo>
                  <a:lnTo>
                    <a:pt x="33625" y="371853"/>
                  </a:lnTo>
                  <a:lnTo>
                    <a:pt x="22471" y="329105"/>
                  </a:lnTo>
                  <a:lnTo>
                    <a:pt x="13533" y="285840"/>
                  </a:lnTo>
                  <a:lnTo>
                    <a:pt x="6836" y="242171"/>
                  </a:lnTo>
                  <a:lnTo>
                    <a:pt x="2398" y="198215"/>
                  </a:lnTo>
                  <a:lnTo>
                    <a:pt x="230" y="154089"/>
                  </a:lnTo>
                  <a:lnTo>
                    <a:pt x="0" y="131999"/>
                  </a:lnTo>
                  <a:lnTo>
                    <a:pt x="338" y="109910"/>
                  </a:lnTo>
                  <a:lnTo>
                    <a:pt x="2723" y="65795"/>
                  </a:lnTo>
                  <a:lnTo>
                    <a:pt x="7377" y="21862"/>
                  </a:lnTo>
                  <a:lnTo>
                    <a:pt x="10551" y="0"/>
                  </a:lnTo>
                  <a:lnTo>
                    <a:pt x="857247" y="134103"/>
                  </a:lnTo>
                  <a:lnTo>
                    <a:pt x="1714497" y="134103"/>
                  </a:lnTo>
                  <a:lnTo>
                    <a:pt x="1713359" y="178268"/>
                  </a:lnTo>
                  <a:lnTo>
                    <a:pt x="1709946" y="222315"/>
                  </a:lnTo>
                  <a:lnTo>
                    <a:pt x="1704269" y="266128"/>
                  </a:lnTo>
                  <a:lnTo>
                    <a:pt x="1696343" y="309590"/>
                  </a:lnTo>
                  <a:lnTo>
                    <a:pt x="1686188" y="352587"/>
                  </a:lnTo>
                  <a:lnTo>
                    <a:pt x="1673831" y="395002"/>
                  </a:lnTo>
                  <a:lnTo>
                    <a:pt x="1659305" y="436725"/>
                  </a:lnTo>
                  <a:lnTo>
                    <a:pt x="1642649" y="477645"/>
                  </a:lnTo>
                  <a:lnTo>
                    <a:pt x="1623907" y="517652"/>
                  </a:lnTo>
                  <a:lnTo>
                    <a:pt x="1603129" y="556640"/>
                  </a:lnTo>
                  <a:lnTo>
                    <a:pt x="1580370" y="594506"/>
                  </a:lnTo>
                  <a:lnTo>
                    <a:pt x="1555690" y="631149"/>
                  </a:lnTo>
                  <a:lnTo>
                    <a:pt x="1529155" y="666472"/>
                  </a:lnTo>
                  <a:lnTo>
                    <a:pt x="1500836" y="700381"/>
                  </a:lnTo>
                  <a:lnTo>
                    <a:pt x="1470807" y="732786"/>
                  </a:lnTo>
                  <a:lnTo>
                    <a:pt x="1439149" y="763601"/>
                  </a:lnTo>
                  <a:lnTo>
                    <a:pt x="1405945" y="792744"/>
                  </a:lnTo>
                  <a:lnTo>
                    <a:pt x="1371284" y="820137"/>
                  </a:lnTo>
                  <a:lnTo>
                    <a:pt x="1335257" y="845709"/>
                  </a:lnTo>
                  <a:lnTo>
                    <a:pt x="1297961" y="869391"/>
                  </a:lnTo>
                  <a:lnTo>
                    <a:pt x="1259495" y="891119"/>
                  </a:lnTo>
                  <a:lnTo>
                    <a:pt x="1219960" y="910838"/>
                  </a:lnTo>
                  <a:lnTo>
                    <a:pt x="1179462" y="928493"/>
                  </a:lnTo>
                  <a:lnTo>
                    <a:pt x="1138108" y="944038"/>
                  </a:lnTo>
                  <a:lnTo>
                    <a:pt x="1096008" y="957432"/>
                  </a:lnTo>
                  <a:lnTo>
                    <a:pt x="1053274" y="968639"/>
                  </a:lnTo>
                  <a:lnTo>
                    <a:pt x="1010019" y="977630"/>
                  </a:lnTo>
                  <a:lnTo>
                    <a:pt x="966358" y="984381"/>
                  </a:lnTo>
                  <a:lnTo>
                    <a:pt x="922408" y="988873"/>
                  </a:lnTo>
                  <a:lnTo>
                    <a:pt x="878285" y="991095"/>
                  </a:lnTo>
                  <a:lnTo>
                    <a:pt x="856195" y="991352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41402" y="1945522"/>
              <a:ext cx="1714500" cy="991869"/>
            </a:xfrm>
            <a:custGeom>
              <a:avLst/>
              <a:gdLst/>
              <a:ahLst/>
              <a:cxnLst/>
              <a:rect l="l" t="t" r="r" b="b"/>
              <a:pathLst>
                <a:path w="1714500" h="991869">
                  <a:moveTo>
                    <a:pt x="857247" y="134103"/>
                  </a:moveTo>
                  <a:lnTo>
                    <a:pt x="1714497" y="134103"/>
                  </a:lnTo>
                  <a:lnTo>
                    <a:pt x="1714426" y="145150"/>
                  </a:lnTo>
                  <a:lnTo>
                    <a:pt x="1714213" y="156193"/>
                  </a:lnTo>
                  <a:lnTo>
                    <a:pt x="1711936" y="200313"/>
                  </a:lnTo>
                  <a:lnTo>
                    <a:pt x="1707390" y="244258"/>
                  </a:lnTo>
                  <a:lnTo>
                    <a:pt x="1700586" y="287910"/>
                  </a:lnTo>
                  <a:lnTo>
                    <a:pt x="1691542" y="331154"/>
                  </a:lnTo>
                  <a:lnTo>
                    <a:pt x="1680282" y="373874"/>
                  </a:lnTo>
                  <a:lnTo>
                    <a:pt x="1666837" y="415958"/>
                  </a:lnTo>
                  <a:lnTo>
                    <a:pt x="1651241" y="457293"/>
                  </a:lnTo>
                  <a:lnTo>
                    <a:pt x="1633536" y="497769"/>
                  </a:lnTo>
                  <a:lnTo>
                    <a:pt x="1613769" y="537280"/>
                  </a:lnTo>
                  <a:lnTo>
                    <a:pt x="1591993" y="575719"/>
                  </a:lnTo>
                  <a:lnTo>
                    <a:pt x="1568266" y="612986"/>
                  </a:lnTo>
                  <a:lnTo>
                    <a:pt x="1542650" y="648981"/>
                  </a:lnTo>
                  <a:lnTo>
                    <a:pt x="1515214" y="683609"/>
                  </a:lnTo>
                  <a:lnTo>
                    <a:pt x="1486030" y="716777"/>
                  </a:lnTo>
                  <a:lnTo>
                    <a:pt x="1455176" y="748397"/>
                  </a:lnTo>
                  <a:lnTo>
                    <a:pt x="1422734" y="778386"/>
                  </a:lnTo>
                  <a:lnTo>
                    <a:pt x="1388791" y="806664"/>
                  </a:lnTo>
                  <a:lnTo>
                    <a:pt x="1353435" y="833155"/>
                  </a:lnTo>
                  <a:lnTo>
                    <a:pt x="1316762" y="857790"/>
                  </a:lnTo>
                  <a:lnTo>
                    <a:pt x="1278868" y="880503"/>
                  </a:lnTo>
                  <a:lnTo>
                    <a:pt x="1239855" y="901233"/>
                  </a:lnTo>
                  <a:lnTo>
                    <a:pt x="1199825" y="919926"/>
                  </a:lnTo>
                  <a:lnTo>
                    <a:pt x="1158885" y="936532"/>
                  </a:lnTo>
                  <a:lnTo>
                    <a:pt x="1117144" y="951006"/>
                  </a:lnTo>
                  <a:lnTo>
                    <a:pt x="1074713" y="963311"/>
                  </a:lnTo>
                  <a:lnTo>
                    <a:pt x="1031704" y="973413"/>
                  </a:lnTo>
                  <a:lnTo>
                    <a:pt x="988232" y="981287"/>
                  </a:lnTo>
                  <a:lnTo>
                    <a:pt x="944412" y="986910"/>
                  </a:lnTo>
                  <a:lnTo>
                    <a:pt x="900361" y="990268"/>
                  </a:lnTo>
                  <a:lnTo>
                    <a:pt x="856195" y="991352"/>
                  </a:lnTo>
                  <a:lnTo>
                    <a:pt x="845150" y="991267"/>
                  </a:lnTo>
                  <a:lnTo>
                    <a:pt x="801006" y="989506"/>
                  </a:lnTo>
                  <a:lnTo>
                    <a:pt x="757011" y="985472"/>
                  </a:lnTo>
                  <a:lnTo>
                    <a:pt x="713283" y="979178"/>
                  </a:lnTo>
                  <a:lnTo>
                    <a:pt x="669936" y="970639"/>
                  </a:lnTo>
                  <a:lnTo>
                    <a:pt x="627088" y="959878"/>
                  </a:lnTo>
                  <a:lnTo>
                    <a:pt x="584850" y="946924"/>
                  </a:lnTo>
                  <a:lnTo>
                    <a:pt x="543336" y="931811"/>
                  </a:lnTo>
                  <a:lnTo>
                    <a:pt x="502656" y="914579"/>
                  </a:lnTo>
                  <a:lnTo>
                    <a:pt x="462918" y="895274"/>
                  </a:lnTo>
                  <a:lnTo>
                    <a:pt x="424227" y="873948"/>
                  </a:lnTo>
                  <a:lnTo>
                    <a:pt x="386686" y="850657"/>
                  </a:lnTo>
                  <a:lnTo>
                    <a:pt x="350395" y="825462"/>
                  </a:lnTo>
                  <a:lnTo>
                    <a:pt x="315450" y="798432"/>
                  </a:lnTo>
                  <a:lnTo>
                    <a:pt x="281943" y="769637"/>
                  </a:lnTo>
                  <a:lnTo>
                    <a:pt x="249965" y="739154"/>
                  </a:lnTo>
                  <a:lnTo>
                    <a:pt x="219600" y="707064"/>
                  </a:lnTo>
                  <a:lnTo>
                    <a:pt x="190929" y="673452"/>
                  </a:lnTo>
                  <a:lnTo>
                    <a:pt x="164027" y="638408"/>
                  </a:lnTo>
                  <a:lnTo>
                    <a:pt x="138966" y="602024"/>
                  </a:lnTo>
                  <a:lnTo>
                    <a:pt x="115813" y="564398"/>
                  </a:lnTo>
                  <a:lnTo>
                    <a:pt x="94630" y="525628"/>
                  </a:lnTo>
                  <a:lnTo>
                    <a:pt x="75471" y="485819"/>
                  </a:lnTo>
                  <a:lnTo>
                    <a:pt x="58389" y="445076"/>
                  </a:lnTo>
                  <a:lnTo>
                    <a:pt x="43429" y="403507"/>
                  </a:lnTo>
                  <a:lnTo>
                    <a:pt x="30631" y="361222"/>
                  </a:lnTo>
                  <a:lnTo>
                    <a:pt x="20027" y="318334"/>
                  </a:lnTo>
                  <a:lnTo>
                    <a:pt x="11648" y="274957"/>
                  </a:lnTo>
                  <a:lnTo>
                    <a:pt x="5514" y="231205"/>
                  </a:lnTo>
                  <a:lnTo>
                    <a:pt x="1643" y="187196"/>
                  </a:lnTo>
                  <a:lnTo>
                    <a:pt x="44" y="143046"/>
                  </a:lnTo>
                  <a:lnTo>
                    <a:pt x="0" y="131999"/>
                  </a:lnTo>
                  <a:lnTo>
                    <a:pt x="98" y="120953"/>
                  </a:lnTo>
                  <a:lnTo>
                    <a:pt x="1914" y="76811"/>
                  </a:lnTo>
                  <a:lnTo>
                    <a:pt x="6001" y="32821"/>
                  </a:lnTo>
                  <a:lnTo>
                    <a:pt x="10551" y="0"/>
                  </a:lnTo>
                  <a:lnTo>
                    <a:pt x="857247" y="13410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02891" y="2697064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52.5%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50900" y="4041775"/>
            <a:ext cx="3171825" cy="1905000"/>
            <a:chOff x="850900" y="4041775"/>
            <a:chExt cx="3171825" cy="1905000"/>
          </a:xfrm>
        </p:grpSpPr>
        <p:sp>
          <p:nvSpPr>
            <p:cNvPr id="34" name="object 34"/>
            <p:cNvSpPr/>
            <p:nvPr/>
          </p:nvSpPr>
          <p:spPr>
            <a:xfrm>
              <a:off x="850900" y="404177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4137025"/>
              <a:ext cx="95250" cy="9524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289425"/>
              <a:ext cx="95250" cy="952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4441825"/>
              <a:ext cx="95250" cy="9524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6639" y="4132279"/>
              <a:ext cx="1724022" cy="172399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329904" y="5307955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20%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83184" y="4071938"/>
            <a:ext cx="1172845" cy="688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6910" marR="5080">
              <a:lnSpc>
                <a:spcPct val="1333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Always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Sometimes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Never</a:t>
            </a:r>
            <a:endParaRPr sz="7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39130" y="481563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65%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50900" y="6956425"/>
            <a:ext cx="3171825" cy="1905000"/>
            <a:chOff x="850900" y="6956425"/>
            <a:chExt cx="3171825" cy="1905000"/>
          </a:xfrm>
        </p:grpSpPr>
        <p:sp>
          <p:nvSpPr>
            <p:cNvPr id="45" name="object 45"/>
            <p:cNvSpPr/>
            <p:nvPr/>
          </p:nvSpPr>
          <p:spPr>
            <a:xfrm>
              <a:off x="850900" y="695642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7051675"/>
              <a:ext cx="95250" cy="9524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204075"/>
              <a:ext cx="95250" cy="95249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3048000" y="6986588"/>
            <a:ext cx="508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Always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Sometimes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Never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36638" y="7046913"/>
            <a:ext cx="1986280" cy="1724025"/>
            <a:chOff x="1036638" y="7046913"/>
            <a:chExt cx="1986280" cy="1724025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7356475"/>
              <a:ext cx="95250" cy="9524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6638" y="7046913"/>
              <a:ext cx="1724024" cy="172400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2383184" y="753472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95462" y="7125296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20%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88430" y="8436769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65%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55" name="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62"/>
            <a:ext cx="6086475" cy="8334375"/>
          </a:xfrm>
          <a:custGeom>
            <a:avLst/>
            <a:gdLst/>
            <a:ahLst/>
            <a:cxnLst/>
            <a:rect l="l" t="t" r="r" b="b"/>
            <a:pathLst>
              <a:path w="6086475" h="8334375">
                <a:moveTo>
                  <a:pt x="0" y="2662237"/>
                </a:moveTo>
                <a:lnTo>
                  <a:pt x="0" y="71437"/>
                </a:lnTo>
                <a:lnTo>
                  <a:pt x="0" y="66747"/>
                </a:lnTo>
                <a:lnTo>
                  <a:pt x="457" y="62098"/>
                </a:lnTo>
                <a:lnTo>
                  <a:pt x="12039" y="31744"/>
                </a:lnTo>
                <a:lnTo>
                  <a:pt x="14645" y="27844"/>
                </a:lnTo>
                <a:lnTo>
                  <a:pt x="17606" y="24238"/>
                </a:lnTo>
                <a:lnTo>
                  <a:pt x="20923" y="20921"/>
                </a:lnTo>
                <a:lnTo>
                  <a:pt x="24240" y="17603"/>
                </a:lnTo>
                <a:lnTo>
                  <a:pt x="62101" y="458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62234" y="17603"/>
                </a:lnTo>
                <a:lnTo>
                  <a:pt x="6065550" y="20921"/>
                </a:lnTo>
                <a:lnTo>
                  <a:pt x="6068867" y="24238"/>
                </a:lnTo>
                <a:lnTo>
                  <a:pt x="6071828" y="27844"/>
                </a:lnTo>
                <a:lnTo>
                  <a:pt x="6074433" y="31744"/>
                </a:lnTo>
                <a:lnTo>
                  <a:pt x="6077040" y="35644"/>
                </a:lnTo>
                <a:lnTo>
                  <a:pt x="6085101" y="57496"/>
                </a:lnTo>
                <a:lnTo>
                  <a:pt x="6086016" y="62098"/>
                </a:lnTo>
                <a:lnTo>
                  <a:pt x="6086474" y="66747"/>
                </a:lnTo>
                <a:lnTo>
                  <a:pt x="6086475" y="71437"/>
                </a:lnTo>
                <a:lnTo>
                  <a:pt x="6086475" y="2662237"/>
                </a:lnTo>
                <a:lnTo>
                  <a:pt x="6086474" y="2666925"/>
                </a:lnTo>
                <a:lnTo>
                  <a:pt x="6086016" y="2671571"/>
                </a:lnTo>
                <a:lnTo>
                  <a:pt x="6085101" y="2676171"/>
                </a:lnTo>
                <a:lnTo>
                  <a:pt x="6084186" y="2680771"/>
                </a:lnTo>
                <a:lnTo>
                  <a:pt x="6082831" y="2685236"/>
                </a:lnTo>
                <a:lnTo>
                  <a:pt x="6081035" y="2689570"/>
                </a:lnTo>
                <a:lnTo>
                  <a:pt x="6079241" y="2693905"/>
                </a:lnTo>
                <a:lnTo>
                  <a:pt x="6077040" y="2698021"/>
                </a:lnTo>
                <a:lnTo>
                  <a:pt x="6074433" y="2701918"/>
                </a:lnTo>
                <a:lnTo>
                  <a:pt x="6071828" y="2705821"/>
                </a:lnTo>
                <a:lnTo>
                  <a:pt x="6068867" y="2709434"/>
                </a:lnTo>
                <a:lnTo>
                  <a:pt x="6065550" y="2712750"/>
                </a:lnTo>
                <a:lnTo>
                  <a:pt x="6062234" y="2716067"/>
                </a:lnTo>
                <a:lnTo>
                  <a:pt x="6058625" y="2719024"/>
                </a:lnTo>
                <a:lnTo>
                  <a:pt x="6054725" y="2721629"/>
                </a:lnTo>
                <a:lnTo>
                  <a:pt x="6050825" y="2724238"/>
                </a:lnTo>
                <a:lnTo>
                  <a:pt x="6028973" y="2732298"/>
                </a:lnTo>
                <a:lnTo>
                  <a:pt x="6024373" y="2733214"/>
                </a:lnTo>
                <a:lnTo>
                  <a:pt x="6019728" y="2733675"/>
                </a:lnTo>
                <a:lnTo>
                  <a:pt x="6015037" y="2733675"/>
                </a:lnTo>
                <a:lnTo>
                  <a:pt x="71437" y="2733675"/>
                </a:lnTo>
                <a:lnTo>
                  <a:pt x="66746" y="2733675"/>
                </a:lnTo>
                <a:lnTo>
                  <a:pt x="62101" y="2733214"/>
                </a:lnTo>
                <a:lnTo>
                  <a:pt x="24240" y="2716067"/>
                </a:lnTo>
                <a:lnTo>
                  <a:pt x="20923" y="2712750"/>
                </a:lnTo>
                <a:lnTo>
                  <a:pt x="17606" y="2709434"/>
                </a:lnTo>
                <a:lnTo>
                  <a:pt x="14645" y="2705821"/>
                </a:lnTo>
                <a:lnTo>
                  <a:pt x="12039" y="2701918"/>
                </a:lnTo>
                <a:lnTo>
                  <a:pt x="9433" y="2698021"/>
                </a:lnTo>
                <a:lnTo>
                  <a:pt x="7232" y="2693905"/>
                </a:lnTo>
                <a:lnTo>
                  <a:pt x="5437" y="2689570"/>
                </a:lnTo>
                <a:lnTo>
                  <a:pt x="3642" y="2685236"/>
                </a:lnTo>
                <a:lnTo>
                  <a:pt x="2287" y="2680771"/>
                </a:lnTo>
                <a:lnTo>
                  <a:pt x="1372" y="2676171"/>
                </a:lnTo>
                <a:lnTo>
                  <a:pt x="457" y="2671571"/>
                </a:lnTo>
                <a:lnTo>
                  <a:pt x="0" y="2666925"/>
                </a:lnTo>
                <a:lnTo>
                  <a:pt x="0" y="2662237"/>
                </a:lnTo>
                <a:close/>
              </a:path>
              <a:path w="6086475" h="8334375">
                <a:moveTo>
                  <a:pt x="0" y="5348287"/>
                </a:moveTo>
                <a:lnTo>
                  <a:pt x="0" y="2814637"/>
                </a:lnTo>
                <a:lnTo>
                  <a:pt x="0" y="2809944"/>
                </a:lnTo>
                <a:lnTo>
                  <a:pt x="457" y="2805298"/>
                </a:lnTo>
                <a:lnTo>
                  <a:pt x="1372" y="2800698"/>
                </a:lnTo>
                <a:lnTo>
                  <a:pt x="2287" y="2796098"/>
                </a:lnTo>
                <a:lnTo>
                  <a:pt x="3642" y="2791629"/>
                </a:lnTo>
                <a:lnTo>
                  <a:pt x="5437" y="2787295"/>
                </a:lnTo>
                <a:lnTo>
                  <a:pt x="7232" y="2782960"/>
                </a:lnTo>
                <a:lnTo>
                  <a:pt x="9433" y="2778844"/>
                </a:lnTo>
                <a:lnTo>
                  <a:pt x="12039" y="2774946"/>
                </a:lnTo>
                <a:lnTo>
                  <a:pt x="14645" y="2771044"/>
                </a:lnTo>
                <a:lnTo>
                  <a:pt x="17606" y="2767440"/>
                </a:lnTo>
                <a:lnTo>
                  <a:pt x="20923" y="2764124"/>
                </a:lnTo>
                <a:lnTo>
                  <a:pt x="24240" y="2760807"/>
                </a:lnTo>
                <a:lnTo>
                  <a:pt x="27848" y="2757845"/>
                </a:lnTo>
                <a:lnTo>
                  <a:pt x="31748" y="2755236"/>
                </a:lnTo>
                <a:lnTo>
                  <a:pt x="35649" y="2752626"/>
                </a:lnTo>
                <a:lnTo>
                  <a:pt x="39765" y="2750427"/>
                </a:lnTo>
                <a:lnTo>
                  <a:pt x="44099" y="2748636"/>
                </a:lnTo>
                <a:lnTo>
                  <a:pt x="48433" y="2746841"/>
                </a:lnTo>
                <a:lnTo>
                  <a:pt x="52900" y="2745487"/>
                </a:lnTo>
                <a:lnTo>
                  <a:pt x="57500" y="2744571"/>
                </a:lnTo>
                <a:lnTo>
                  <a:pt x="62101" y="2743656"/>
                </a:lnTo>
                <a:lnTo>
                  <a:pt x="66746" y="2743200"/>
                </a:lnTo>
                <a:lnTo>
                  <a:pt x="71437" y="2743200"/>
                </a:lnTo>
                <a:lnTo>
                  <a:pt x="6015037" y="2743200"/>
                </a:lnTo>
                <a:lnTo>
                  <a:pt x="6019728" y="2743200"/>
                </a:lnTo>
                <a:lnTo>
                  <a:pt x="6024373" y="2743656"/>
                </a:lnTo>
                <a:lnTo>
                  <a:pt x="6028973" y="2744571"/>
                </a:lnTo>
                <a:lnTo>
                  <a:pt x="6033574" y="2745487"/>
                </a:lnTo>
                <a:lnTo>
                  <a:pt x="6038041" y="2746841"/>
                </a:lnTo>
                <a:lnTo>
                  <a:pt x="6042374" y="2748636"/>
                </a:lnTo>
                <a:lnTo>
                  <a:pt x="6046708" y="2750427"/>
                </a:lnTo>
                <a:lnTo>
                  <a:pt x="6050825" y="2752626"/>
                </a:lnTo>
                <a:lnTo>
                  <a:pt x="6054725" y="2755236"/>
                </a:lnTo>
                <a:lnTo>
                  <a:pt x="6058625" y="2757845"/>
                </a:lnTo>
                <a:lnTo>
                  <a:pt x="6062234" y="2760807"/>
                </a:lnTo>
                <a:lnTo>
                  <a:pt x="6065550" y="2764124"/>
                </a:lnTo>
                <a:lnTo>
                  <a:pt x="6068867" y="2767440"/>
                </a:lnTo>
                <a:lnTo>
                  <a:pt x="6081035" y="2787295"/>
                </a:lnTo>
                <a:lnTo>
                  <a:pt x="6082831" y="2791629"/>
                </a:lnTo>
                <a:lnTo>
                  <a:pt x="6084186" y="2796098"/>
                </a:lnTo>
                <a:lnTo>
                  <a:pt x="6085101" y="2800698"/>
                </a:lnTo>
                <a:lnTo>
                  <a:pt x="6086016" y="2805298"/>
                </a:lnTo>
                <a:lnTo>
                  <a:pt x="6086474" y="2809944"/>
                </a:lnTo>
                <a:lnTo>
                  <a:pt x="6086475" y="2814637"/>
                </a:lnTo>
                <a:lnTo>
                  <a:pt x="6086475" y="5348287"/>
                </a:lnTo>
                <a:lnTo>
                  <a:pt x="6086474" y="5352975"/>
                </a:lnTo>
                <a:lnTo>
                  <a:pt x="6086016" y="5357621"/>
                </a:lnTo>
                <a:lnTo>
                  <a:pt x="6085101" y="5362221"/>
                </a:lnTo>
                <a:lnTo>
                  <a:pt x="6084186" y="5366821"/>
                </a:lnTo>
                <a:lnTo>
                  <a:pt x="6082831" y="5371286"/>
                </a:lnTo>
                <a:lnTo>
                  <a:pt x="6081035" y="5375620"/>
                </a:lnTo>
                <a:lnTo>
                  <a:pt x="6079241" y="5379955"/>
                </a:lnTo>
                <a:lnTo>
                  <a:pt x="6077040" y="5384071"/>
                </a:lnTo>
                <a:lnTo>
                  <a:pt x="6074433" y="5387973"/>
                </a:lnTo>
                <a:lnTo>
                  <a:pt x="6071828" y="5391875"/>
                </a:lnTo>
                <a:lnTo>
                  <a:pt x="6068867" y="5395484"/>
                </a:lnTo>
                <a:lnTo>
                  <a:pt x="6065550" y="5398800"/>
                </a:lnTo>
                <a:lnTo>
                  <a:pt x="6062234" y="5402117"/>
                </a:lnTo>
                <a:lnTo>
                  <a:pt x="6058625" y="5405074"/>
                </a:lnTo>
                <a:lnTo>
                  <a:pt x="6054725" y="5407679"/>
                </a:lnTo>
                <a:lnTo>
                  <a:pt x="6050825" y="5410288"/>
                </a:lnTo>
                <a:lnTo>
                  <a:pt x="6046708" y="5412487"/>
                </a:lnTo>
                <a:lnTo>
                  <a:pt x="6042374" y="5414278"/>
                </a:lnTo>
                <a:lnTo>
                  <a:pt x="6038041" y="5416074"/>
                </a:lnTo>
                <a:lnTo>
                  <a:pt x="6033574" y="5417432"/>
                </a:lnTo>
                <a:lnTo>
                  <a:pt x="6028973" y="5418348"/>
                </a:lnTo>
                <a:lnTo>
                  <a:pt x="6024373" y="5419264"/>
                </a:lnTo>
                <a:lnTo>
                  <a:pt x="6019728" y="5419720"/>
                </a:lnTo>
                <a:lnTo>
                  <a:pt x="6015037" y="5419725"/>
                </a:lnTo>
                <a:lnTo>
                  <a:pt x="71437" y="5419725"/>
                </a:lnTo>
                <a:lnTo>
                  <a:pt x="44099" y="5414278"/>
                </a:lnTo>
                <a:lnTo>
                  <a:pt x="39765" y="5412487"/>
                </a:lnTo>
                <a:lnTo>
                  <a:pt x="35649" y="5410288"/>
                </a:lnTo>
                <a:lnTo>
                  <a:pt x="31748" y="5407679"/>
                </a:lnTo>
                <a:lnTo>
                  <a:pt x="27848" y="5405074"/>
                </a:lnTo>
                <a:lnTo>
                  <a:pt x="24240" y="5402117"/>
                </a:lnTo>
                <a:lnTo>
                  <a:pt x="20923" y="5398800"/>
                </a:lnTo>
                <a:lnTo>
                  <a:pt x="17606" y="5395484"/>
                </a:lnTo>
                <a:lnTo>
                  <a:pt x="5437" y="5375620"/>
                </a:lnTo>
                <a:lnTo>
                  <a:pt x="3642" y="5371286"/>
                </a:lnTo>
                <a:lnTo>
                  <a:pt x="2287" y="5366821"/>
                </a:lnTo>
                <a:lnTo>
                  <a:pt x="1372" y="5362221"/>
                </a:lnTo>
                <a:lnTo>
                  <a:pt x="457" y="5357621"/>
                </a:lnTo>
                <a:lnTo>
                  <a:pt x="0" y="5352975"/>
                </a:lnTo>
                <a:lnTo>
                  <a:pt x="0" y="5348287"/>
                </a:lnTo>
                <a:close/>
              </a:path>
              <a:path w="6086475" h="8334375">
                <a:moveTo>
                  <a:pt x="0" y="8262937"/>
                </a:moveTo>
                <a:lnTo>
                  <a:pt x="0" y="5500687"/>
                </a:lnTo>
                <a:lnTo>
                  <a:pt x="0" y="5495994"/>
                </a:lnTo>
                <a:lnTo>
                  <a:pt x="457" y="5491343"/>
                </a:lnTo>
                <a:lnTo>
                  <a:pt x="17606" y="5453485"/>
                </a:lnTo>
                <a:lnTo>
                  <a:pt x="20923" y="5450169"/>
                </a:lnTo>
                <a:lnTo>
                  <a:pt x="24240" y="5446853"/>
                </a:lnTo>
                <a:lnTo>
                  <a:pt x="27848" y="5443890"/>
                </a:lnTo>
                <a:lnTo>
                  <a:pt x="31748" y="5441286"/>
                </a:lnTo>
                <a:lnTo>
                  <a:pt x="35649" y="5438676"/>
                </a:lnTo>
                <a:lnTo>
                  <a:pt x="66746" y="5429250"/>
                </a:lnTo>
                <a:lnTo>
                  <a:pt x="71437" y="5429250"/>
                </a:lnTo>
                <a:lnTo>
                  <a:pt x="6015037" y="5429250"/>
                </a:lnTo>
                <a:lnTo>
                  <a:pt x="6019728" y="5429250"/>
                </a:lnTo>
                <a:lnTo>
                  <a:pt x="6024373" y="5429706"/>
                </a:lnTo>
                <a:lnTo>
                  <a:pt x="6054725" y="5441286"/>
                </a:lnTo>
                <a:lnTo>
                  <a:pt x="6058625" y="5443890"/>
                </a:lnTo>
                <a:lnTo>
                  <a:pt x="6062234" y="5446853"/>
                </a:lnTo>
                <a:lnTo>
                  <a:pt x="6065550" y="5450169"/>
                </a:lnTo>
                <a:lnTo>
                  <a:pt x="6068867" y="5453485"/>
                </a:lnTo>
                <a:lnTo>
                  <a:pt x="6085101" y="5486743"/>
                </a:lnTo>
                <a:lnTo>
                  <a:pt x="6086016" y="5491343"/>
                </a:lnTo>
                <a:lnTo>
                  <a:pt x="6086474" y="5495994"/>
                </a:lnTo>
                <a:lnTo>
                  <a:pt x="6086475" y="5500687"/>
                </a:lnTo>
                <a:lnTo>
                  <a:pt x="6086475" y="8262937"/>
                </a:lnTo>
                <a:lnTo>
                  <a:pt x="6086474" y="8267625"/>
                </a:lnTo>
                <a:lnTo>
                  <a:pt x="6086016" y="8272267"/>
                </a:lnTo>
                <a:lnTo>
                  <a:pt x="6085101" y="8276866"/>
                </a:lnTo>
                <a:lnTo>
                  <a:pt x="6084186" y="8281471"/>
                </a:lnTo>
                <a:lnTo>
                  <a:pt x="6082831" y="8285940"/>
                </a:lnTo>
                <a:lnTo>
                  <a:pt x="6081035" y="8290270"/>
                </a:lnTo>
                <a:lnTo>
                  <a:pt x="6079241" y="8294600"/>
                </a:lnTo>
                <a:lnTo>
                  <a:pt x="6077040" y="8298721"/>
                </a:lnTo>
                <a:lnTo>
                  <a:pt x="6074433" y="8302623"/>
                </a:lnTo>
                <a:lnTo>
                  <a:pt x="6071828" y="8306525"/>
                </a:lnTo>
                <a:lnTo>
                  <a:pt x="6068867" y="8310130"/>
                </a:lnTo>
                <a:lnTo>
                  <a:pt x="6065550" y="8313445"/>
                </a:lnTo>
                <a:lnTo>
                  <a:pt x="6062234" y="8316762"/>
                </a:lnTo>
                <a:lnTo>
                  <a:pt x="6028973" y="8332998"/>
                </a:lnTo>
                <a:lnTo>
                  <a:pt x="6024373" y="8333914"/>
                </a:lnTo>
                <a:lnTo>
                  <a:pt x="6019728" y="8334375"/>
                </a:lnTo>
                <a:lnTo>
                  <a:pt x="6015037" y="8334375"/>
                </a:lnTo>
                <a:lnTo>
                  <a:pt x="71437" y="8334375"/>
                </a:lnTo>
                <a:lnTo>
                  <a:pt x="66746" y="8334375"/>
                </a:lnTo>
                <a:lnTo>
                  <a:pt x="62101" y="8333914"/>
                </a:lnTo>
                <a:lnTo>
                  <a:pt x="24240" y="8316762"/>
                </a:lnTo>
                <a:lnTo>
                  <a:pt x="20923" y="8313445"/>
                </a:lnTo>
                <a:lnTo>
                  <a:pt x="17606" y="8310130"/>
                </a:lnTo>
                <a:lnTo>
                  <a:pt x="5437" y="8290270"/>
                </a:lnTo>
                <a:lnTo>
                  <a:pt x="3642" y="8285940"/>
                </a:lnTo>
                <a:lnTo>
                  <a:pt x="2287" y="8281471"/>
                </a:lnTo>
                <a:lnTo>
                  <a:pt x="1372" y="8276866"/>
                </a:lnTo>
                <a:lnTo>
                  <a:pt x="457" y="8272267"/>
                </a:lnTo>
                <a:lnTo>
                  <a:pt x="0" y="8267625"/>
                </a:lnTo>
                <a:lnTo>
                  <a:pt x="0" y="826293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0782" y="396749"/>
            <a:ext cx="5396321" cy="725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9-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made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promise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yourself</a:t>
            </a:r>
            <a:r>
              <a:rPr sz="1300" spc="28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delete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but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end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up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using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again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because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feel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has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become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part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of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day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164224"/>
            <a:ext cx="4203065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10-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Short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length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of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makes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easy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watch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one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more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5825105"/>
            <a:ext cx="495236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11-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feel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like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you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don't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even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like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what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see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but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you 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keep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scrolling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anyway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184275"/>
            <a:ext cx="3171825" cy="1905000"/>
            <a:chOff x="850900" y="1184275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18427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79525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48000" y="1214438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6637" y="1274763"/>
            <a:ext cx="1986280" cy="1724025"/>
            <a:chOff x="1036637" y="1274763"/>
            <a:chExt cx="1986280" cy="17240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431925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37" y="1274763"/>
              <a:ext cx="1724025" cy="17240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95462" y="1353146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50%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5462" y="2771031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50%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0900" y="3870325"/>
            <a:ext cx="3171825" cy="1905000"/>
            <a:chOff x="850900" y="3870325"/>
            <a:chExt cx="3171825" cy="1905000"/>
          </a:xfrm>
        </p:grpSpPr>
        <p:sp>
          <p:nvSpPr>
            <p:cNvPr id="20" name="object 20"/>
            <p:cNvSpPr/>
            <p:nvPr/>
          </p:nvSpPr>
          <p:spPr>
            <a:xfrm>
              <a:off x="850900" y="387032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3965575"/>
              <a:ext cx="95250" cy="952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048000" y="3900488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93887" y="4117975"/>
            <a:ext cx="1129030" cy="709930"/>
            <a:chOff x="1893887" y="4117975"/>
            <a:chExt cx="1129030" cy="70993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117975"/>
              <a:ext cx="95250" cy="952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898650" y="4216658"/>
              <a:ext cx="857250" cy="606425"/>
            </a:xfrm>
            <a:custGeom>
              <a:avLst/>
              <a:gdLst/>
              <a:ahLst/>
              <a:cxnLst/>
              <a:rect l="l" t="t" r="r" b="b"/>
              <a:pathLst>
                <a:path w="857250" h="606425">
                  <a:moveTo>
                    <a:pt x="857250" y="606167"/>
                  </a:moveTo>
                  <a:lnTo>
                    <a:pt x="0" y="606167"/>
                  </a:lnTo>
                  <a:lnTo>
                    <a:pt x="606167" y="0"/>
                  </a:lnTo>
                  <a:lnTo>
                    <a:pt x="635218" y="30507"/>
                  </a:lnTo>
                  <a:lnTo>
                    <a:pt x="662670" y="62327"/>
                  </a:lnTo>
                  <a:lnTo>
                    <a:pt x="688523" y="95459"/>
                  </a:lnTo>
                  <a:lnTo>
                    <a:pt x="712777" y="129904"/>
                  </a:lnTo>
                  <a:lnTo>
                    <a:pt x="735318" y="165493"/>
                  </a:lnTo>
                  <a:lnTo>
                    <a:pt x="756035" y="202057"/>
                  </a:lnTo>
                  <a:lnTo>
                    <a:pt x="774928" y="239597"/>
                  </a:lnTo>
                  <a:lnTo>
                    <a:pt x="791995" y="278111"/>
                  </a:lnTo>
                  <a:lnTo>
                    <a:pt x="807161" y="317414"/>
                  </a:lnTo>
                  <a:lnTo>
                    <a:pt x="820346" y="357317"/>
                  </a:lnTo>
                  <a:lnTo>
                    <a:pt x="831552" y="397821"/>
                  </a:lnTo>
                  <a:lnTo>
                    <a:pt x="840778" y="438926"/>
                  </a:lnTo>
                  <a:lnTo>
                    <a:pt x="847984" y="480432"/>
                  </a:lnTo>
                  <a:lnTo>
                    <a:pt x="853131" y="522141"/>
                  </a:lnTo>
                  <a:lnTo>
                    <a:pt x="856220" y="564052"/>
                  </a:lnTo>
                  <a:lnTo>
                    <a:pt x="857250" y="606167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98650" y="4216658"/>
              <a:ext cx="857250" cy="606425"/>
            </a:xfrm>
            <a:custGeom>
              <a:avLst/>
              <a:gdLst/>
              <a:ahLst/>
              <a:cxnLst/>
              <a:rect l="l" t="t" r="r" b="b"/>
              <a:pathLst>
                <a:path w="857250" h="606425">
                  <a:moveTo>
                    <a:pt x="0" y="606167"/>
                  </a:moveTo>
                  <a:lnTo>
                    <a:pt x="606167" y="0"/>
                  </a:lnTo>
                  <a:lnTo>
                    <a:pt x="635218" y="30507"/>
                  </a:lnTo>
                  <a:lnTo>
                    <a:pt x="662670" y="62327"/>
                  </a:lnTo>
                  <a:lnTo>
                    <a:pt x="688523" y="95459"/>
                  </a:lnTo>
                  <a:lnTo>
                    <a:pt x="712777" y="129904"/>
                  </a:lnTo>
                  <a:lnTo>
                    <a:pt x="735318" y="165493"/>
                  </a:lnTo>
                  <a:lnTo>
                    <a:pt x="756035" y="202057"/>
                  </a:lnTo>
                  <a:lnTo>
                    <a:pt x="774928" y="239597"/>
                  </a:lnTo>
                  <a:lnTo>
                    <a:pt x="791995" y="278111"/>
                  </a:lnTo>
                  <a:lnTo>
                    <a:pt x="807161" y="317414"/>
                  </a:lnTo>
                  <a:lnTo>
                    <a:pt x="820346" y="357317"/>
                  </a:lnTo>
                  <a:lnTo>
                    <a:pt x="831552" y="397821"/>
                  </a:lnTo>
                  <a:lnTo>
                    <a:pt x="840778" y="438926"/>
                  </a:lnTo>
                  <a:lnTo>
                    <a:pt x="847984" y="480432"/>
                  </a:lnTo>
                  <a:lnTo>
                    <a:pt x="853131" y="522141"/>
                  </a:lnTo>
                  <a:lnTo>
                    <a:pt x="856220" y="564052"/>
                  </a:lnTo>
                  <a:lnTo>
                    <a:pt x="857250" y="606167"/>
                  </a:lnTo>
                  <a:lnTo>
                    <a:pt x="0" y="606167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334666" y="4509046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12.5%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36653" y="3960814"/>
            <a:ext cx="1724025" cy="1724025"/>
            <a:chOff x="1036653" y="3960814"/>
            <a:chExt cx="1724025" cy="1724025"/>
          </a:xfrm>
        </p:grpSpPr>
        <p:sp>
          <p:nvSpPr>
            <p:cNvPr id="29" name="object 29"/>
            <p:cNvSpPr/>
            <p:nvPr/>
          </p:nvSpPr>
          <p:spPr>
            <a:xfrm>
              <a:off x="1041428" y="396564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3714" y="1714428"/>
                  </a:moveTo>
                  <a:lnTo>
                    <a:pt x="804653" y="1712822"/>
                  </a:lnTo>
                  <a:lnTo>
                    <a:pt x="755765" y="1708410"/>
                  </a:lnTo>
                  <a:lnTo>
                    <a:pt x="707210" y="1701208"/>
                  </a:lnTo>
                  <a:lnTo>
                    <a:pt x="659146" y="1691238"/>
                  </a:lnTo>
                  <a:lnTo>
                    <a:pt x="611732" y="1678533"/>
                  </a:lnTo>
                  <a:lnTo>
                    <a:pt x="565122" y="1663135"/>
                  </a:lnTo>
                  <a:lnTo>
                    <a:pt x="519471" y="1645095"/>
                  </a:lnTo>
                  <a:lnTo>
                    <a:pt x="474927" y="1624472"/>
                  </a:lnTo>
                  <a:lnTo>
                    <a:pt x="431636" y="1601332"/>
                  </a:lnTo>
                  <a:lnTo>
                    <a:pt x="389741" y="1575753"/>
                  </a:lnTo>
                  <a:lnTo>
                    <a:pt x="349378" y="1547818"/>
                  </a:lnTo>
                  <a:lnTo>
                    <a:pt x="310681" y="1517618"/>
                  </a:lnTo>
                  <a:lnTo>
                    <a:pt x="273775" y="1485253"/>
                  </a:lnTo>
                  <a:lnTo>
                    <a:pt x="238783" y="1450828"/>
                  </a:lnTo>
                  <a:lnTo>
                    <a:pt x="205818" y="1414457"/>
                  </a:lnTo>
                  <a:lnTo>
                    <a:pt x="174989" y="1376259"/>
                  </a:lnTo>
                  <a:lnTo>
                    <a:pt x="146397" y="1336359"/>
                  </a:lnTo>
                  <a:lnTo>
                    <a:pt x="120136" y="1294888"/>
                  </a:lnTo>
                  <a:lnTo>
                    <a:pt x="96292" y="1251982"/>
                  </a:lnTo>
                  <a:lnTo>
                    <a:pt x="74942" y="1207781"/>
                  </a:lnTo>
                  <a:lnTo>
                    <a:pt x="56157" y="1162431"/>
                  </a:lnTo>
                  <a:lnTo>
                    <a:pt x="39999" y="1116080"/>
                  </a:lnTo>
                  <a:lnTo>
                    <a:pt x="26520" y="1068880"/>
                  </a:lnTo>
                  <a:lnTo>
                    <a:pt x="15765" y="1020985"/>
                  </a:lnTo>
                  <a:lnTo>
                    <a:pt x="7769" y="972554"/>
                  </a:lnTo>
                  <a:lnTo>
                    <a:pt x="2559" y="923745"/>
                  </a:lnTo>
                  <a:lnTo>
                    <a:pt x="150" y="874717"/>
                  </a:lnTo>
                  <a:lnTo>
                    <a:pt x="0" y="850171"/>
                  </a:lnTo>
                  <a:lnTo>
                    <a:pt x="552" y="825632"/>
                  </a:lnTo>
                  <a:lnTo>
                    <a:pt x="3762" y="776650"/>
                  </a:lnTo>
                  <a:lnTo>
                    <a:pt x="9771" y="727932"/>
                  </a:lnTo>
                  <a:lnTo>
                    <a:pt x="18558" y="679639"/>
                  </a:lnTo>
                  <a:lnTo>
                    <a:pt x="30095" y="631927"/>
                  </a:lnTo>
                  <a:lnTo>
                    <a:pt x="44345" y="584954"/>
                  </a:lnTo>
                  <a:lnTo>
                    <a:pt x="61259" y="538873"/>
                  </a:lnTo>
                  <a:lnTo>
                    <a:pt x="80783" y="493836"/>
                  </a:lnTo>
                  <a:lnTo>
                    <a:pt x="102853" y="449991"/>
                  </a:lnTo>
                  <a:lnTo>
                    <a:pt x="127397" y="407480"/>
                  </a:lnTo>
                  <a:lnTo>
                    <a:pt x="154333" y="366444"/>
                  </a:lnTo>
                  <a:lnTo>
                    <a:pt x="183574" y="327018"/>
                  </a:lnTo>
                  <a:lnTo>
                    <a:pt x="215024" y="289329"/>
                  </a:lnTo>
                  <a:lnTo>
                    <a:pt x="248579" y="253502"/>
                  </a:lnTo>
                  <a:lnTo>
                    <a:pt x="284130" y="219655"/>
                  </a:lnTo>
                  <a:lnTo>
                    <a:pt x="321560" y="187898"/>
                  </a:lnTo>
                  <a:lnTo>
                    <a:pt x="360747" y="158335"/>
                  </a:lnTo>
                  <a:lnTo>
                    <a:pt x="401561" y="131064"/>
                  </a:lnTo>
                  <a:lnTo>
                    <a:pt x="443869" y="106174"/>
                  </a:lnTo>
                  <a:lnTo>
                    <a:pt x="487532" y="83746"/>
                  </a:lnTo>
                  <a:lnTo>
                    <a:pt x="532408" y="63854"/>
                  </a:lnTo>
                  <a:lnTo>
                    <a:pt x="578349" y="46563"/>
                  </a:lnTo>
                  <a:lnTo>
                    <a:pt x="625204" y="31930"/>
                  </a:lnTo>
                  <a:lnTo>
                    <a:pt x="672820" y="20003"/>
                  </a:lnTo>
                  <a:lnTo>
                    <a:pt x="721040" y="10821"/>
                  </a:lnTo>
                  <a:lnTo>
                    <a:pt x="769707" y="4414"/>
                  </a:lnTo>
                  <a:lnTo>
                    <a:pt x="818661" y="803"/>
                  </a:lnTo>
                  <a:lnTo>
                    <a:pt x="867741" y="0"/>
                  </a:lnTo>
                  <a:lnTo>
                    <a:pt x="892278" y="652"/>
                  </a:lnTo>
                  <a:lnTo>
                    <a:pt x="941246" y="4063"/>
                  </a:lnTo>
                  <a:lnTo>
                    <a:pt x="989939" y="10271"/>
                  </a:lnTo>
                  <a:lnTo>
                    <a:pt x="1038196" y="19256"/>
                  </a:lnTo>
                  <a:lnTo>
                    <a:pt x="1085861" y="30988"/>
                  </a:lnTo>
                  <a:lnTo>
                    <a:pt x="1132775" y="45429"/>
                  </a:lnTo>
                  <a:lnTo>
                    <a:pt x="1178786" y="62532"/>
                  </a:lnTo>
                  <a:lnTo>
                    <a:pt x="1223743" y="82240"/>
                  </a:lnTo>
                  <a:lnTo>
                    <a:pt x="1267497" y="104489"/>
                  </a:lnTo>
                  <a:lnTo>
                    <a:pt x="1309907" y="129207"/>
                  </a:lnTo>
                  <a:lnTo>
                    <a:pt x="1350832" y="156310"/>
                  </a:lnTo>
                  <a:lnTo>
                    <a:pt x="1390139" y="185713"/>
                  </a:lnTo>
                  <a:lnTo>
                    <a:pt x="1427699" y="217316"/>
                  </a:lnTo>
                  <a:lnTo>
                    <a:pt x="1463388" y="251018"/>
                  </a:lnTo>
                  <a:lnTo>
                    <a:pt x="857221" y="857185"/>
                  </a:lnTo>
                  <a:lnTo>
                    <a:pt x="1714471" y="857185"/>
                  </a:lnTo>
                  <a:lnTo>
                    <a:pt x="1713065" y="906252"/>
                  </a:lnTo>
                  <a:lnTo>
                    <a:pt x="1708854" y="955158"/>
                  </a:lnTo>
                  <a:lnTo>
                    <a:pt x="1701850" y="1003742"/>
                  </a:lnTo>
                  <a:lnTo>
                    <a:pt x="1692077" y="1051846"/>
                  </a:lnTo>
                  <a:lnTo>
                    <a:pt x="1679566" y="1099312"/>
                  </a:lnTo>
                  <a:lnTo>
                    <a:pt x="1664359" y="1145984"/>
                  </a:lnTo>
                  <a:lnTo>
                    <a:pt x="1646506" y="1191709"/>
                  </a:lnTo>
                  <a:lnTo>
                    <a:pt x="1626065" y="1236337"/>
                  </a:lnTo>
                  <a:lnTo>
                    <a:pt x="1603103" y="1279722"/>
                  </a:lnTo>
                  <a:lnTo>
                    <a:pt x="1577695" y="1321722"/>
                  </a:lnTo>
                  <a:lnTo>
                    <a:pt x="1549925" y="1362198"/>
                  </a:lnTo>
                  <a:lnTo>
                    <a:pt x="1519884" y="1401019"/>
                  </a:lnTo>
                  <a:lnTo>
                    <a:pt x="1487670" y="1438056"/>
                  </a:lnTo>
                  <a:lnTo>
                    <a:pt x="1453389" y="1473189"/>
                  </a:lnTo>
                  <a:lnTo>
                    <a:pt x="1417153" y="1506302"/>
                  </a:lnTo>
                  <a:lnTo>
                    <a:pt x="1379081" y="1537287"/>
                  </a:lnTo>
                  <a:lnTo>
                    <a:pt x="1339299" y="1566042"/>
                  </a:lnTo>
                  <a:lnTo>
                    <a:pt x="1297935" y="1592473"/>
                  </a:lnTo>
                  <a:lnTo>
                    <a:pt x="1255127" y="1616493"/>
                  </a:lnTo>
                  <a:lnTo>
                    <a:pt x="1211014" y="1638023"/>
                  </a:lnTo>
                  <a:lnTo>
                    <a:pt x="1165740" y="1656993"/>
                  </a:lnTo>
                  <a:lnTo>
                    <a:pt x="1119456" y="1673341"/>
                  </a:lnTo>
                  <a:lnTo>
                    <a:pt x="1072311" y="1687012"/>
                  </a:lnTo>
                  <a:lnTo>
                    <a:pt x="1024462" y="1697963"/>
                  </a:lnTo>
                  <a:lnTo>
                    <a:pt x="976064" y="1706157"/>
                  </a:lnTo>
                  <a:lnTo>
                    <a:pt x="927276" y="1711568"/>
                  </a:lnTo>
                  <a:lnTo>
                    <a:pt x="878259" y="1714177"/>
                  </a:lnTo>
                  <a:lnTo>
                    <a:pt x="853714" y="1714428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1416" y="3965577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33" y="857248"/>
                  </a:moveTo>
                  <a:lnTo>
                    <a:pt x="1714483" y="857248"/>
                  </a:lnTo>
                  <a:lnTo>
                    <a:pt x="1714396" y="869522"/>
                  </a:lnTo>
                  <a:lnTo>
                    <a:pt x="1714132" y="881791"/>
                  </a:lnTo>
                  <a:lnTo>
                    <a:pt x="1711322" y="930798"/>
                  </a:lnTo>
                  <a:lnTo>
                    <a:pt x="1705712" y="979563"/>
                  </a:lnTo>
                  <a:lnTo>
                    <a:pt x="1697320" y="1027927"/>
                  </a:lnTo>
                  <a:lnTo>
                    <a:pt x="1686174" y="1075731"/>
                  </a:lnTo>
                  <a:lnTo>
                    <a:pt x="1672310" y="1122819"/>
                  </a:lnTo>
                  <a:lnTo>
                    <a:pt x="1655773" y="1169037"/>
                  </a:lnTo>
                  <a:lnTo>
                    <a:pt x="1636618" y="1214232"/>
                  </a:lnTo>
                  <a:lnTo>
                    <a:pt x="1614907" y="1258257"/>
                  </a:lnTo>
                  <a:lnTo>
                    <a:pt x="1590712" y="1300966"/>
                  </a:lnTo>
                  <a:lnTo>
                    <a:pt x="1564113" y="1342221"/>
                  </a:lnTo>
                  <a:lnTo>
                    <a:pt x="1535195" y="1381886"/>
                  </a:lnTo>
                  <a:lnTo>
                    <a:pt x="1504055" y="1419831"/>
                  </a:lnTo>
                  <a:lnTo>
                    <a:pt x="1470793" y="1455931"/>
                  </a:lnTo>
                  <a:lnTo>
                    <a:pt x="1435521" y="1490068"/>
                  </a:lnTo>
                  <a:lnTo>
                    <a:pt x="1398352" y="1522130"/>
                  </a:lnTo>
                  <a:lnTo>
                    <a:pt x="1359409" y="1552012"/>
                  </a:lnTo>
                  <a:lnTo>
                    <a:pt x="1318819" y="1579616"/>
                  </a:lnTo>
                  <a:lnTo>
                    <a:pt x="1276716" y="1604852"/>
                  </a:lnTo>
                  <a:lnTo>
                    <a:pt x="1233237" y="1627637"/>
                  </a:lnTo>
                  <a:lnTo>
                    <a:pt x="1188526" y="1647895"/>
                  </a:lnTo>
                  <a:lnTo>
                    <a:pt x="1142728" y="1665561"/>
                  </a:lnTo>
                  <a:lnTo>
                    <a:pt x="1095994" y="1680577"/>
                  </a:lnTo>
                  <a:lnTo>
                    <a:pt x="1048477" y="1692893"/>
                  </a:lnTo>
                  <a:lnTo>
                    <a:pt x="1000334" y="1702469"/>
                  </a:lnTo>
                  <a:lnTo>
                    <a:pt x="951721" y="1709274"/>
                  </a:lnTo>
                  <a:lnTo>
                    <a:pt x="902799" y="1713286"/>
                  </a:lnTo>
                  <a:lnTo>
                    <a:pt x="853727" y="1714491"/>
                  </a:lnTo>
                  <a:lnTo>
                    <a:pt x="841455" y="1714353"/>
                  </a:lnTo>
                  <a:lnTo>
                    <a:pt x="792423" y="1712044"/>
                  </a:lnTo>
                  <a:lnTo>
                    <a:pt x="743603" y="1706933"/>
                  </a:lnTo>
                  <a:lnTo>
                    <a:pt x="695155" y="1699036"/>
                  </a:lnTo>
                  <a:lnTo>
                    <a:pt x="647239" y="1688380"/>
                  </a:lnTo>
                  <a:lnTo>
                    <a:pt x="600012" y="1674998"/>
                  </a:lnTo>
                  <a:lnTo>
                    <a:pt x="553628" y="1658934"/>
                  </a:lnTo>
                  <a:lnTo>
                    <a:pt x="508239" y="1640242"/>
                  </a:lnTo>
                  <a:lnTo>
                    <a:pt x="463995" y="1618983"/>
                  </a:lnTo>
                  <a:lnTo>
                    <a:pt x="421040" y="1595226"/>
                  </a:lnTo>
                  <a:lnTo>
                    <a:pt x="379515" y="1569050"/>
                  </a:lnTo>
                  <a:lnTo>
                    <a:pt x="339556" y="1540540"/>
                  </a:lnTo>
                  <a:lnTo>
                    <a:pt x="301295" y="1509789"/>
                  </a:lnTo>
                  <a:lnTo>
                    <a:pt x="264857" y="1476899"/>
                  </a:lnTo>
                  <a:lnTo>
                    <a:pt x="230361" y="1441977"/>
                  </a:lnTo>
                  <a:lnTo>
                    <a:pt x="197920" y="1405138"/>
                  </a:lnTo>
                  <a:lnTo>
                    <a:pt x="167641" y="1366503"/>
                  </a:lnTo>
                  <a:lnTo>
                    <a:pt x="139623" y="1326197"/>
                  </a:lnTo>
                  <a:lnTo>
                    <a:pt x="113958" y="1284354"/>
                  </a:lnTo>
                  <a:lnTo>
                    <a:pt x="90731" y="1241111"/>
                  </a:lnTo>
                  <a:lnTo>
                    <a:pt x="70016" y="1196609"/>
                  </a:lnTo>
                  <a:lnTo>
                    <a:pt x="51882" y="1150995"/>
                  </a:lnTo>
                  <a:lnTo>
                    <a:pt x="36389" y="1104417"/>
                  </a:lnTo>
                  <a:lnTo>
                    <a:pt x="23588" y="1057029"/>
                  </a:lnTo>
                  <a:lnTo>
                    <a:pt x="13519" y="1008986"/>
                  </a:lnTo>
                  <a:lnTo>
                    <a:pt x="6218" y="960445"/>
                  </a:lnTo>
                  <a:lnTo>
                    <a:pt x="1706" y="911566"/>
                  </a:lnTo>
                  <a:lnTo>
                    <a:pt x="0" y="862509"/>
                  </a:lnTo>
                  <a:lnTo>
                    <a:pt x="12" y="850234"/>
                  </a:lnTo>
                  <a:lnTo>
                    <a:pt x="1819" y="801181"/>
                  </a:lnTo>
                  <a:lnTo>
                    <a:pt x="6430" y="752311"/>
                  </a:lnTo>
                  <a:lnTo>
                    <a:pt x="13831" y="703785"/>
                  </a:lnTo>
                  <a:lnTo>
                    <a:pt x="23998" y="655763"/>
                  </a:lnTo>
                  <a:lnTo>
                    <a:pt x="36896" y="608401"/>
                  </a:lnTo>
                  <a:lnTo>
                    <a:pt x="52485" y="561855"/>
                  </a:lnTo>
                  <a:lnTo>
                    <a:pt x="70711" y="516278"/>
                  </a:lnTo>
                  <a:lnTo>
                    <a:pt x="91517" y="471818"/>
                  </a:lnTo>
                  <a:lnTo>
                    <a:pt x="114833" y="428623"/>
                  </a:lnTo>
                  <a:lnTo>
                    <a:pt x="140584" y="386832"/>
                  </a:lnTo>
                  <a:lnTo>
                    <a:pt x="168684" y="346584"/>
                  </a:lnTo>
                  <a:lnTo>
                    <a:pt x="199042" y="308011"/>
                  </a:lnTo>
                  <a:lnTo>
                    <a:pt x="231558" y="271238"/>
                  </a:lnTo>
                  <a:lnTo>
                    <a:pt x="266125" y="236387"/>
                  </a:lnTo>
                  <a:lnTo>
                    <a:pt x="302630" y="203571"/>
                  </a:lnTo>
                  <a:lnTo>
                    <a:pt x="340954" y="172899"/>
                  </a:lnTo>
                  <a:lnTo>
                    <a:pt x="380971" y="144470"/>
                  </a:lnTo>
                  <a:lnTo>
                    <a:pt x="422549" y="118379"/>
                  </a:lnTo>
                  <a:lnTo>
                    <a:pt x="465553" y="94710"/>
                  </a:lnTo>
                  <a:lnTo>
                    <a:pt x="509840" y="73541"/>
                  </a:lnTo>
                  <a:lnTo>
                    <a:pt x="555267" y="54942"/>
                  </a:lnTo>
                  <a:lnTo>
                    <a:pt x="601684" y="38974"/>
                  </a:lnTo>
                  <a:lnTo>
                    <a:pt x="648939" y="25688"/>
                  </a:lnTo>
                  <a:lnTo>
                    <a:pt x="696877" y="15129"/>
                  </a:lnTo>
                  <a:lnTo>
                    <a:pt x="745340" y="7332"/>
                  </a:lnTo>
                  <a:lnTo>
                    <a:pt x="794170" y="2320"/>
                  </a:lnTo>
                  <a:lnTo>
                    <a:pt x="843208" y="112"/>
                  </a:lnTo>
                  <a:lnTo>
                    <a:pt x="855482" y="0"/>
                  </a:lnTo>
                  <a:lnTo>
                    <a:pt x="867753" y="62"/>
                  </a:lnTo>
                  <a:lnTo>
                    <a:pt x="916799" y="2070"/>
                  </a:lnTo>
                  <a:lnTo>
                    <a:pt x="965650" y="6881"/>
                  </a:lnTo>
                  <a:lnTo>
                    <a:pt x="1014145" y="14481"/>
                  </a:lnTo>
                  <a:lnTo>
                    <a:pt x="1062125" y="24843"/>
                  </a:lnTo>
                  <a:lnTo>
                    <a:pt x="1109434" y="37935"/>
                  </a:lnTo>
                  <a:lnTo>
                    <a:pt x="1155916" y="53714"/>
                  </a:lnTo>
                  <a:lnTo>
                    <a:pt x="1201418" y="72127"/>
                  </a:lnTo>
                  <a:lnTo>
                    <a:pt x="1245792" y="93114"/>
                  </a:lnTo>
                  <a:lnTo>
                    <a:pt x="1288892" y="116607"/>
                  </a:lnTo>
                  <a:lnTo>
                    <a:pt x="1330576" y="142528"/>
                  </a:lnTo>
                  <a:lnTo>
                    <a:pt x="1370709" y="170793"/>
                  </a:lnTo>
                  <a:lnTo>
                    <a:pt x="1409158" y="201308"/>
                  </a:lnTo>
                  <a:lnTo>
                    <a:pt x="1445797" y="233974"/>
                  </a:lnTo>
                  <a:lnTo>
                    <a:pt x="857233" y="857248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79909" y="4987231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87.5%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50900" y="6784975"/>
            <a:ext cx="3171825" cy="1905000"/>
            <a:chOff x="850900" y="6784975"/>
            <a:chExt cx="3171825" cy="1905000"/>
          </a:xfrm>
        </p:grpSpPr>
        <p:sp>
          <p:nvSpPr>
            <p:cNvPr id="35" name="object 35"/>
            <p:cNvSpPr/>
            <p:nvPr/>
          </p:nvSpPr>
          <p:spPr>
            <a:xfrm>
              <a:off x="850900" y="678497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6880225"/>
              <a:ext cx="95250" cy="9524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048000" y="6815138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93887" y="7032625"/>
            <a:ext cx="1129030" cy="709930"/>
            <a:chOff x="1893887" y="7032625"/>
            <a:chExt cx="1129030" cy="709930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032625"/>
              <a:ext cx="95250" cy="952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98650" y="7131308"/>
              <a:ext cx="857250" cy="606425"/>
            </a:xfrm>
            <a:custGeom>
              <a:avLst/>
              <a:gdLst/>
              <a:ahLst/>
              <a:cxnLst/>
              <a:rect l="l" t="t" r="r" b="b"/>
              <a:pathLst>
                <a:path w="857250" h="606425">
                  <a:moveTo>
                    <a:pt x="857250" y="606167"/>
                  </a:moveTo>
                  <a:lnTo>
                    <a:pt x="0" y="606167"/>
                  </a:lnTo>
                  <a:lnTo>
                    <a:pt x="606167" y="0"/>
                  </a:lnTo>
                  <a:lnTo>
                    <a:pt x="635218" y="30507"/>
                  </a:lnTo>
                  <a:lnTo>
                    <a:pt x="662670" y="62327"/>
                  </a:lnTo>
                  <a:lnTo>
                    <a:pt x="688523" y="95459"/>
                  </a:lnTo>
                  <a:lnTo>
                    <a:pt x="712777" y="129904"/>
                  </a:lnTo>
                  <a:lnTo>
                    <a:pt x="735318" y="165493"/>
                  </a:lnTo>
                  <a:lnTo>
                    <a:pt x="756035" y="202057"/>
                  </a:lnTo>
                  <a:lnTo>
                    <a:pt x="774928" y="239597"/>
                  </a:lnTo>
                  <a:lnTo>
                    <a:pt x="791995" y="278111"/>
                  </a:lnTo>
                  <a:lnTo>
                    <a:pt x="807161" y="317414"/>
                  </a:lnTo>
                  <a:lnTo>
                    <a:pt x="820346" y="357317"/>
                  </a:lnTo>
                  <a:lnTo>
                    <a:pt x="831552" y="397821"/>
                  </a:lnTo>
                  <a:lnTo>
                    <a:pt x="840778" y="438926"/>
                  </a:lnTo>
                  <a:lnTo>
                    <a:pt x="847984" y="480432"/>
                  </a:lnTo>
                  <a:lnTo>
                    <a:pt x="853131" y="522141"/>
                  </a:lnTo>
                  <a:lnTo>
                    <a:pt x="856220" y="564052"/>
                  </a:lnTo>
                  <a:lnTo>
                    <a:pt x="857250" y="606167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98650" y="7131308"/>
              <a:ext cx="857250" cy="606425"/>
            </a:xfrm>
            <a:custGeom>
              <a:avLst/>
              <a:gdLst/>
              <a:ahLst/>
              <a:cxnLst/>
              <a:rect l="l" t="t" r="r" b="b"/>
              <a:pathLst>
                <a:path w="857250" h="606425">
                  <a:moveTo>
                    <a:pt x="0" y="606167"/>
                  </a:moveTo>
                  <a:lnTo>
                    <a:pt x="606167" y="0"/>
                  </a:lnTo>
                  <a:lnTo>
                    <a:pt x="635218" y="30507"/>
                  </a:lnTo>
                  <a:lnTo>
                    <a:pt x="662670" y="62327"/>
                  </a:lnTo>
                  <a:lnTo>
                    <a:pt x="688523" y="95459"/>
                  </a:lnTo>
                  <a:lnTo>
                    <a:pt x="712777" y="129904"/>
                  </a:lnTo>
                  <a:lnTo>
                    <a:pt x="735318" y="165493"/>
                  </a:lnTo>
                  <a:lnTo>
                    <a:pt x="756035" y="202057"/>
                  </a:lnTo>
                  <a:lnTo>
                    <a:pt x="774928" y="239597"/>
                  </a:lnTo>
                  <a:lnTo>
                    <a:pt x="791995" y="278111"/>
                  </a:lnTo>
                  <a:lnTo>
                    <a:pt x="807161" y="317414"/>
                  </a:lnTo>
                  <a:lnTo>
                    <a:pt x="820346" y="357317"/>
                  </a:lnTo>
                  <a:lnTo>
                    <a:pt x="831552" y="397821"/>
                  </a:lnTo>
                  <a:lnTo>
                    <a:pt x="840778" y="438926"/>
                  </a:lnTo>
                  <a:lnTo>
                    <a:pt x="847984" y="480432"/>
                  </a:lnTo>
                  <a:lnTo>
                    <a:pt x="853131" y="522141"/>
                  </a:lnTo>
                  <a:lnTo>
                    <a:pt x="856220" y="564052"/>
                  </a:lnTo>
                  <a:lnTo>
                    <a:pt x="857250" y="606167"/>
                  </a:lnTo>
                  <a:lnTo>
                    <a:pt x="0" y="606167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334666" y="7423696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12.5%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36653" y="6875464"/>
            <a:ext cx="1724025" cy="1724025"/>
            <a:chOff x="1036653" y="6875464"/>
            <a:chExt cx="1724025" cy="1724025"/>
          </a:xfrm>
        </p:grpSpPr>
        <p:sp>
          <p:nvSpPr>
            <p:cNvPr id="44" name="object 44"/>
            <p:cNvSpPr/>
            <p:nvPr/>
          </p:nvSpPr>
          <p:spPr>
            <a:xfrm>
              <a:off x="1041428" y="688029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3714" y="1714428"/>
                  </a:moveTo>
                  <a:lnTo>
                    <a:pt x="804653" y="1712822"/>
                  </a:lnTo>
                  <a:lnTo>
                    <a:pt x="755765" y="1708410"/>
                  </a:lnTo>
                  <a:lnTo>
                    <a:pt x="707210" y="1701208"/>
                  </a:lnTo>
                  <a:lnTo>
                    <a:pt x="659146" y="1691238"/>
                  </a:lnTo>
                  <a:lnTo>
                    <a:pt x="611732" y="1678533"/>
                  </a:lnTo>
                  <a:lnTo>
                    <a:pt x="565122" y="1663135"/>
                  </a:lnTo>
                  <a:lnTo>
                    <a:pt x="519471" y="1645095"/>
                  </a:lnTo>
                  <a:lnTo>
                    <a:pt x="474927" y="1624472"/>
                  </a:lnTo>
                  <a:lnTo>
                    <a:pt x="431636" y="1601332"/>
                  </a:lnTo>
                  <a:lnTo>
                    <a:pt x="389741" y="1575753"/>
                  </a:lnTo>
                  <a:lnTo>
                    <a:pt x="349378" y="1547818"/>
                  </a:lnTo>
                  <a:lnTo>
                    <a:pt x="310681" y="1517618"/>
                  </a:lnTo>
                  <a:lnTo>
                    <a:pt x="273775" y="1485253"/>
                  </a:lnTo>
                  <a:lnTo>
                    <a:pt x="238783" y="1450828"/>
                  </a:lnTo>
                  <a:lnTo>
                    <a:pt x="205818" y="1414457"/>
                  </a:lnTo>
                  <a:lnTo>
                    <a:pt x="174989" y="1376259"/>
                  </a:lnTo>
                  <a:lnTo>
                    <a:pt x="146397" y="1336359"/>
                  </a:lnTo>
                  <a:lnTo>
                    <a:pt x="120136" y="1294888"/>
                  </a:lnTo>
                  <a:lnTo>
                    <a:pt x="96292" y="1251982"/>
                  </a:lnTo>
                  <a:lnTo>
                    <a:pt x="74942" y="1207781"/>
                  </a:lnTo>
                  <a:lnTo>
                    <a:pt x="56157" y="1162431"/>
                  </a:lnTo>
                  <a:lnTo>
                    <a:pt x="39999" y="1116080"/>
                  </a:lnTo>
                  <a:lnTo>
                    <a:pt x="26520" y="1068880"/>
                  </a:lnTo>
                  <a:lnTo>
                    <a:pt x="15765" y="1020985"/>
                  </a:lnTo>
                  <a:lnTo>
                    <a:pt x="7769" y="972554"/>
                  </a:lnTo>
                  <a:lnTo>
                    <a:pt x="2559" y="923745"/>
                  </a:lnTo>
                  <a:lnTo>
                    <a:pt x="150" y="874717"/>
                  </a:lnTo>
                  <a:lnTo>
                    <a:pt x="0" y="850171"/>
                  </a:lnTo>
                  <a:lnTo>
                    <a:pt x="552" y="825632"/>
                  </a:lnTo>
                  <a:lnTo>
                    <a:pt x="3762" y="776650"/>
                  </a:lnTo>
                  <a:lnTo>
                    <a:pt x="9771" y="727932"/>
                  </a:lnTo>
                  <a:lnTo>
                    <a:pt x="18558" y="679639"/>
                  </a:lnTo>
                  <a:lnTo>
                    <a:pt x="30095" y="631927"/>
                  </a:lnTo>
                  <a:lnTo>
                    <a:pt x="44345" y="584954"/>
                  </a:lnTo>
                  <a:lnTo>
                    <a:pt x="61259" y="538873"/>
                  </a:lnTo>
                  <a:lnTo>
                    <a:pt x="80783" y="493836"/>
                  </a:lnTo>
                  <a:lnTo>
                    <a:pt x="102853" y="449991"/>
                  </a:lnTo>
                  <a:lnTo>
                    <a:pt x="127397" y="407480"/>
                  </a:lnTo>
                  <a:lnTo>
                    <a:pt x="154333" y="366444"/>
                  </a:lnTo>
                  <a:lnTo>
                    <a:pt x="183574" y="327018"/>
                  </a:lnTo>
                  <a:lnTo>
                    <a:pt x="215024" y="289329"/>
                  </a:lnTo>
                  <a:lnTo>
                    <a:pt x="248579" y="253502"/>
                  </a:lnTo>
                  <a:lnTo>
                    <a:pt x="284130" y="219655"/>
                  </a:lnTo>
                  <a:lnTo>
                    <a:pt x="321560" y="187898"/>
                  </a:lnTo>
                  <a:lnTo>
                    <a:pt x="360747" y="158335"/>
                  </a:lnTo>
                  <a:lnTo>
                    <a:pt x="401561" y="131064"/>
                  </a:lnTo>
                  <a:lnTo>
                    <a:pt x="443869" y="106174"/>
                  </a:lnTo>
                  <a:lnTo>
                    <a:pt x="487532" y="83746"/>
                  </a:lnTo>
                  <a:lnTo>
                    <a:pt x="532408" y="63854"/>
                  </a:lnTo>
                  <a:lnTo>
                    <a:pt x="578349" y="46563"/>
                  </a:lnTo>
                  <a:lnTo>
                    <a:pt x="625204" y="31930"/>
                  </a:lnTo>
                  <a:lnTo>
                    <a:pt x="672820" y="20003"/>
                  </a:lnTo>
                  <a:lnTo>
                    <a:pt x="721040" y="10821"/>
                  </a:lnTo>
                  <a:lnTo>
                    <a:pt x="769707" y="4414"/>
                  </a:lnTo>
                  <a:lnTo>
                    <a:pt x="818661" y="803"/>
                  </a:lnTo>
                  <a:lnTo>
                    <a:pt x="867741" y="0"/>
                  </a:lnTo>
                  <a:lnTo>
                    <a:pt x="892278" y="652"/>
                  </a:lnTo>
                  <a:lnTo>
                    <a:pt x="941246" y="4063"/>
                  </a:lnTo>
                  <a:lnTo>
                    <a:pt x="989939" y="10271"/>
                  </a:lnTo>
                  <a:lnTo>
                    <a:pt x="1038196" y="19256"/>
                  </a:lnTo>
                  <a:lnTo>
                    <a:pt x="1085861" y="30988"/>
                  </a:lnTo>
                  <a:lnTo>
                    <a:pt x="1132775" y="45429"/>
                  </a:lnTo>
                  <a:lnTo>
                    <a:pt x="1178786" y="62532"/>
                  </a:lnTo>
                  <a:lnTo>
                    <a:pt x="1223743" y="82240"/>
                  </a:lnTo>
                  <a:lnTo>
                    <a:pt x="1267497" y="104489"/>
                  </a:lnTo>
                  <a:lnTo>
                    <a:pt x="1309907" y="129207"/>
                  </a:lnTo>
                  <a:lnTo>
                    <a:pt x="1350832" y="156310"/>
                  </a:lnTo>
                  <a:lnTo>
                    <a:pt x="1390139" y="185713"/>
                  </a:lnTo>
                  <a:lnTo>
                    <a:pt x="1427699" y="217316"/>
                  </a:lnTo>
                  <a:lnTo>
                    <a:pt x="1463388" y="251018"/>
                  </a:lnTo>
                  <a:lnTo>
                    <a:pt x="857221" y="857185"/>
                  </a:lnTo>
                  <a:lnTo>
                    <a:pt x="1714471" y="857185"/>
                  </a:lnTo>
                  <a:lnTo>
                    <a:pt x="1713065" y="906252"/>
                  </a:lnTo>
                  <a:lnTo>
                    <a:pt x="1708854" y="955158"/>
                  </a:lnTo>
                  <a:lnTo>
                    <a:pt x="1701850" y="1003742"/>
                  </a:lnTo>
                  <a:lnTo>
                    <a:pt x="1692077" y="1051846"/>
                  </a:lnTo>
                  <a:lnTo>
                    <a:pt x="1679566" y="1099312"/>
                  </a:lnTo>
                  <a:lnTo>
                    <a:pt x="1664359" y="1145984"/>
                  </a:lnTo>
                  <a:lnTo>
                    <a:pt x="1646506" y="1191709"/>
                  </a:lnTo>
                  <a:lnTo>
                    <a:pt x="1626065" y="1236337"/>
                  </a:lnTo>
                  <a:lnTo>
                    <a:pt x="1603103" y="1279722"/>
                  </a:lnTo>
                  <a:lnTo>
                    <a:pt x="1577695" y="1321722"/>
                  </a:lnTo>
                  <a:lnTo>
                    <a:pt x="1549925" y="1362198"/>
                  </a:lnTo>
                  <a:lnTo>
                    <a:pt x="1519884" y="1401019"/>
                  </a:lnTo>
                  <a:lnTo>
                    <a:pt x="1487670" y="1438056"/>
                  </a:lnTo>
                  <a:lnTo>
                    <a:pt x="1453389" y="1473189"/>
                  </a:lnTo>
                  <a:lnTo>
                    <a:pt x="1417153" y="1506302"/>
                  </a:lnTo>
                  <a:lnTo>
                    <a:pt x="1379081" y="1537287"/>
                  </a:lnTo>
                  <a:lnTo>
                    <a:pt x="1339299" y="1566042"/>
                  </a:lnTo>
                  <a:lnTo>
                    <a:pt x="1297935" y="1592473"/>
                  </a:lnTo>
                  <a:lnTo>
                    <a:pt x="1255127" y="1616493"/>
                  </a:lnTo>
                  <a:lnTo>
                    <a:pt x="1211014" y="1638023"/>
                  </a:lnTo>
                  <a:lnTo>
                    <a:pt x="1165740" y="1656993"/>
                  </a:lnTo>
                  <a:lnTo>
                    <a:pt x="1119456" y="1673341"/>
                  </a:lnTo>
                  <a:lnTo>
                    <a:pt x="1072311" y="1687012"/>
                  </a:lnTo>
                  <a:lnTo>
                    <a:pt x="1024462" y="1697963"/>
                  </a:lnTo>
                  <a:lnTo>
                    <a:pt x="976064" y="1706157"/>
                  </a:lnTo>
                  <a:lnTo>
                    <a:pt x="927276" y="1711568"/>
                  </a:lnTo>
                  <a:lnTo>
                    <a:pt x="878259" y="1714177"/>
                  </a:lnTo>
                  <a:lnTo>
                    <a:pt x="853714" y="1714428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41416" y="6880227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33" y="857248"/>
                  </a:moveTo>
                  <a:lnTo>
                    <a:pt x="1714483" y="857248"/>
                  </a:lnTo>
                  <a:lnTo>
                    <a:pt x="1714396" y="869522"/>
                  </a:lnTo>
                  <a:lnTo>
                    <a:pt x="1714132" y="881791"/>
                  </a:lnTo>
                  <a:lnTo>
                    <a:pt x="1711322" y="930798"/>
                  </a:lnTo>
                  <a:lnTo>
                    <a:pt x="1705712" y="979563"/>
                  </a:lnTo>
                  <a:lnTo>
                    <a:pt x="1697320" y="1027927"/>
                  </a:lnTo>
                  <a:lnTo>
                    <a:pt x="1686174" y="1075731"/>
                  </a:lnTo>
                  <a:lnTo>
                    <a:pt x="1672310" y="1122819"/>
                  </a:lnTo>
                  <a:lnTo>
                    <a:pt x="1655773" y="1169037"/>
                  </a:lnTo>
                  <a:lnTo>
                    <a:pt x="1636618" y="1214232"/>
                  </a:lnTo>
                  <a:lnTo>
                    <a:pt x="1614907" y="1258257"/>
                  </a:lnTo>
                  <a:lnTo>
                    <a:pt x="1590712" y="1300966"/>
                  </a:lnTo>
                  <a:lnTo>
                    <a:pt x="1564113" y="1342221"/>
                  </a:lnTo>
                  <a:lnTo>
                    <a:pt x="1535195" y="1381886"/>
                  </a:lnTo>
                  <a:lnTo>
                    <a:pt x="1504055" y="1419831"/>
                  </a:lnTo>
                  <a:lnTo>
                    <a:pt x="1470793" y="1455931"/>
                  </a:lnTo>
                  <a:lnTo>
                    <a:pt x="1435521" y="1490068"/>
                  </a:lnTo>
                  <a:lnTo>
                    <a:pt x="1398352" y="1522130"/>
                  </a:lnTo>
                  <a:lnTo>
                    <a:pt x="1359409" y="1552012"/>
                  </a:lnTo>
                  <a:lnTo>
                    <a:pt x="1318819" y="1579616"/>
                  </a:lnTo>
                  <a:lnTo>
                    <a:pt x="1276716" y="1604852"/>
                  </a:lnTo>
                  <a:lnTo>
                    <a:pt x="1233237" y="1627637"/>
                  </a:lnTo>
                  <a:lnTo>
                    <a:pt x="1188526" y="1647895"/>
                  </a:lnTo>
                  <a:lnTo>
                    <a:pt x="1142728" y="1665561"/>
                  </a:lnTo>
                  <a:lnTo>
                    <a:pt x="1095994" y="1680577"/>
                  </a:lnTo>
                  <a:lnTo>
                    <a:pt x="1048477" y="1692893"/>
                  </a:lnTo>
                  <a:lnTo>
                    <a:pt x="1000334" y="1702469"/>
                  </a:lnTo>
                  <a:lnTo>
                    <a:pt x="951721" y="1709274"/>
                  </a:lnTo>
                  <a:lnTo>
                    <a:pt x="902799" y="1713286"/>
                  </a:lnTo>
                  <a:lnTo>
                    <a:pt x="853727" y="1714491"/>
                  </a:lnTo>
                  <a:lnTo>
                    <a:pt x="841455" y="1714353"/>
                  </a:lnTo>
                  <a:lnTo>
                    <a:pt x="792423" y="1712044"/>
                  </a:lnTo>
                  <a:lnTo>
                    <a:pt x="743603" y="1706933"/>
                  </a:lnTo>
                  <a:lnTo>
                    <a:pt x="695155" y="1699036"/>
                  </a:lnTo>
                  <a:lnTo>
                    <a:pt x="647239" y="1688380"/>
                  </a:lnTo>
                  <a:lnTo>
                    <a:pt x="600012" y="1674998"/>
                  </a:lnTo>
                  <a:lnTo>
                    <a:pt x="553628" y="1658934"/>
                  </a:lnTo>
                  <a:lnTo>
                    <a:pt x="508239" y="1640242"/>
                  </a:lnTo>
                  <a:lnTo>
                    <a:pt x="463995" y="1618983"/>
                  </a:lnTo>
                  <a:lnTo>
                    <a:pt x="421040" y="1595226"/>
                  </a:lnTo>
                  <a:lnTo>
                    <a:pt x="379515" y="1569050"/>
                  </a:lnTo>
                  <a:lnTo>
                    <a:pt x="339556" y="1540540"/>
                  </a:lnTo>
                  <a:lnTo>
                    <a:pt x="301295" y="1509789"/>
                  </a:lnTo>
                  <a:lnTo>
                    <a:pt x="264857" y="1476899"/>
                  </a:lnTo>
                  <a:lnTo>
                    <a:pt x="230361" y="1441977"/>
                  </a:lnTo>
                  <a:lnTo>
                    <a:pt x="197920" y="1405138"/>
                  </a:lnTo>
                  <a:lnTo>
                    <a:pt x="167641" y="1366503"/>
                  </a:lnTo>
                  <a:lnTo>
                    <a:pt x="139623" y="1326197"/>
                  </a:lnTo>
                  <a:lnTo>
                    <a:pt x="113958" y="1284354"/>
                  </a:lnTo>
                  <a:lnTo>
                    <a:pt x="90731" y="1241111"/>
                  </a:lnTo>
                  <a:lnTo>
                    <a:pt x="70016" y="1196609"/>
                  </a:lnTo>
                  <a:lnTo>
                    <a:pt x="51882" y="1150995"/>
                  </a:lnTo>
                  <a:lnTo>
                    <a:pt x="36389" y="1104417"/>
                  </a:lnTo>
                  <a:lnTo>
                    <a:pt x="23588" y="1057029"/>
                  </a:lnTo>
                  <a:lnTo>
                    <a:pt x="13519" y="1008986"/>
                  </a:lnTo>
                  <a:lnTo>
                    <a:pt x="6218" y="960445"/>
                  </a:lnTo>
                  <a:lnTo>
                    <a:pt x="1706" y="911566"/>
                  </a:lnTo>
                  <a:lnTo>
                    <a:pt x="0" y="862509"/>
                  </a:lnTo>
                  <a:lnTo>
                    <a:pt x="12" y="850234"/>
                  </a:lnTo>
                  <a:lnTo>
                    <a:pt x="1819" y="801181"/>
                  </a:lnTo>
                  <a:lnTo>
                    <a:pt x="6430" y="752311"/>
                  </a:lnTo>
                  <a:lnTo>
                    <a:pt x="13831" y="703785"/>
                  </a:lnTo>
                  <a:lnTo>
                    <a:pt x="23998" y="655763"/>
                  </a:lnTo>
                  <a:lnTo>
                    <a:pt x="36896" y="608401"/>
                  </a:lnTo>
                  <a:lnTo>
                    <a:pt x="52485" y="561855"/>
                  </a:lnTo>
                  <a:lnTo>
                    <a:pt x="70711" y="516278"/>
                  </a:lnTo>
                  <a:lnTo>
                    <a:pt x="91517" y="471818"/>
                  </a:lnTo>
                  <a:lnTo>
                    <a:pt x="114833" y="428623"/>
                  </a:lnTo>
                  <a:lnTo>
                    <a:pt x="140584" y="386832"/>
                  </a:lnTo>
                  <a:lnTo>
                    <a:pt x="168684" y="346584"/>
                  </a:lnTo>
                  <a:lnTo>
                    <a:pt x="199042" y="308011"/>
                  </a:lnTo>
                  <a:lnTo>
                    <a:pt x="231558" y="271238"/>
                  </a:lnTo>
                  <a:lnTo>
                    <a:pt x="266125" y="236387"/>
                  </a:lnTo>
                  <a:lnTo>
                    <a:pt x="302630" y="203571"/>
                  </a:lnTo>
                  <a:lnTo>
                    <a:pt x="340954" y="172899"/>
                  </a:lnTo>
                  <a:lnTo>
                    <a:pt x="380971" y="144470"/>
                  </a:lnTo>
                  <a:lnTo>
                    <a:pt x="422549" y="118379"/>
                  </a:lnTo>
                  <a:lnTo>
                    <a:pt x="465553" y="94710"/>
                  </a:lnTo>
                  <a:lnTo>
                    <a:pt x="509840" y="73541"/>
                  </a:lnTo>
                  <a:lnTo>
                    <a:pt x="555267" y="54942"/>
                  </a:lnTo>
                  <a:lnTo>
                    <a:pt x="601684" y="38974"/>
                  </a:lnTo>
                  <a:lnTo>
                    <a:pt x="648939" y="25688"/>
                  </a:lnTo>
                  <a:lnTo>
                    <a:pt x="696877" y="15129"/>
                  </a:lnTo>
                  <a:lnTo>
                    <a:pt x="745340" y="7332"/>
                  </a:lnTo>
                  <a:lnTo>
                    <a:pt x="794170" y="2320"/>
                  </a:lnTo>
                  <a:lnTo>
                    <a:pt x="843208" y="112"/>
                  </a:lnTo>
                  <a:lnTo>
                    <a:pt x="855482" y="0"/>
                  </a:lnTo>
                  <a:lnTo>
                    <a:pt x="867753" y="62"/>
                  </a:lnTo>
                  <a:lnTo>
                    <a:pt x="916799" y="2070"/>
                  </a:lnTo>
                  <a:lnTo>
                    <a:pt x="965650" y="6881"/>
                  </a:lnTo>
                  <a:lnTo>
                    <a:pt x="1014145" y="14481"/>
                  </a:lnTo>
                  <a:lnTo>
                    <a:pt x="1062125" y="24843"/>
                  </a:lnTo>
                  <a:lnTo>
                    <a:pt x="1109434" y="37935"/>
                  </a:lnTo>
                  <a:lnTo>
                    <a:pt x="1155916" y="53714"/>
                  </a:lnTo>
                  <a:lnTo>
                    <a:pt x="1201418" y="72127"/>
                  </a:lnTo>
                  <a:lnTo>
                    <a:pt x="1245792" y="93114"/>
                  </a:lnTo>
                  <a:lnTo>
                    <a:pt x="1288892" y="116607"/>
                  </a:lnTo>
                  <a:lnTo>
                    <a:pt x="1330576" y="142528"/>
                  </a:lnTo>
                  <a:lnTo>
                    <a:pt x="1370709" y="170793"/>
                  </a:lnTo>
                  <a:lnTo>
                    <a:pt x="1409158" y="201308"/>
                  </a:lnTo>
                  <a:lnTo>
                    <a:pt x="1445797" y="233974"/>
                  </a:lnTo>
                  <a:lnTo>
                    <a:pt x="857233" y="857248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179909" y="7901881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87.5%</a:t>
            </a:r>
            <a:endParaRPr sz="750">
              <a:latin typeface="Roboto Bk"/>
              <a:cs typeface="Roboto B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62"/>
            <a:ext cx="6086475" cy="8277225"/>
          </a:xfrm>
          <a:custGeom>
            <a:avLst/>
            <a:gdLst/>
            <a:ahLst/>
            <a:cxnLst/>
            <a:rect l="l" t="t" r="r" b="b"/>
            <a:pathLst>
              <a:path w="6086475" h="8277225">
                <a:moveTo>
                  <a:pt x="0" y="2605087"/>
                </a:moveTo>
                <a:lnTo>
                  <a:pt x="0" y="71437"/>
                </a:lnTo>
                <a:lnTo>
                  <a:pt x="0" y="66744"/>
                </a:lnTo>
                <a:lnTo>
                  <a:pt x="457" y="62098"/>
                </a:lnTo>
                <a:lnTo>
                  <a:pt x="1372" y="57498"/>
                </a:lnTo>
                <a:lnTo>
                  <a:pt x="2287" y="52894"/>
                </a:lnTo>
                <a:lnTo>
                  <a:pt x="3642" y="48425"/>
                </a:lnTo>
                <a:lnTo>
                  <a:pt x="5437" y="44095"/>
                </a:lnTo>
                <a:lnTo>
                  <a:pt x="7232" y="39755"/>
                </a:lnTo>
                <a:lnTo>
                  <a:pt x="9433" y="35639"/>
                </a:lnTo>
                <a:lnTo>
                  <a:pt x="12039" y="31742"/>
                </a:lnTo>
                <a:lnTo>
                  <a:pt x="14645" y="27840"/>
                </a:lnTo>
                <a:lnTo>
                  <a:pt x="17606" y="24235"/>
                </a:lnTo>
                <a:lnTo>
                  <a:pt x="20923" y="20919"/>
                </a:lnTo>
                <a:lnTo>
                  <a:pt x="24240" y="17603"/>
                </a:lnTo>
                <a:lnTo>
                  <a:pt x="27848" y="14640"/>
                </a:lnTo>
                <a:lnTo>
                  <a:pt x="57500" y="1371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28973" y="1371"/>
                </a:lnTo>
                <a:lnTo>
                  <a:pt x="6033574" y="2283"/>
                </a:lnTo>
                <a:lnTo>
                  <a:pt x="6065550" y="20919"/>
                </a:lnTo>
                <a:lnTo>
                  <a:pt x="6068867" y="24235"/>
                </a:lnTo>
                <a:lnTo>
                  <a:pt x="6081035" y="44095"/>
                </a:lnTo>
                <a:lnTo>
                  <a:pt x="6082831" y="48425"/>
                </a:lnTo>
                <a:lnTo>
                  <a:pt x="6084186" y="52894"/>
                </a:lnTo>
                <a:lnTo>
                  <a:pt x="6085101" y="57498"/>
                </a:lnTo>
                <a:lnTo>
                  <a:pt x="6086016" y="62098"/>
                </a:lnTo>
                <a:lnTo>
                  <a:pt x="6086474" y="66744"/>
                </a:lnTo>
                <a:lnTo>
                  <a:pt x="6086475" y="71437"/>
                </a:lnTo>
                <a:lnTo>
                  <a:pt x="6086475" y="2605087"/>
                </a:lnTo>
                <a:lnTo>
                  <a:pt x="6086474" y="2609780"/>
                </a:lnTo>
                <a:lnTo>
                  <a:pt x="6086016" y="2614421"/>
                </a:lnTo>
                <a:lnTo>
                  <a:pt x="6085101" y="2619021"/>
                </a:lnTo>
                <a:lnTo>
                  <a:pt x="6084186" y="2623621"/>
                </a:lnTo>
                <a:lnTo>
                  <a:pt x="6082831" y="2628086"/>
                </a:lnTo>
                <a:lnTo>
                  <a:pt x="6081035" y="2632415"/>
                </a:lnTo>
                <a:lnTo>
                  <a:pt x="6079241" y="2636750"/>
                </a:lnTo>
                <a:lnTo>
                  <a:pt x="6077040" y="2640866"/>
                </a:lnTo>
                <a:lnTo>
                  <a:pt x="6074433" y="2644768"/>
                </a:lnTo>
                <a:lnTo>
                  <a:pt x="6071828" y="2648671"/>
                </a:lnTo>
                <a:lnTo>
                  <a:pt x="6068867" y="2652280"/>
                </a:lnTo>
                <a:lnTo>
                  <a:pt x="6065550" y="2655595"/>
                </a:lnTo>
                <a:lnTo>
                  <a:pt x="6062234" y="2658912"/>
                </a:lnTo>
                <a:lnTo>
                  <a:pt x="6042374" y="2671078"/>
                </a:lnTo>
                <a:lnTo>
                  <a:pt x="6038041" y="2672878"/>
                </a:lnTo>
                <a:lnTo>
                  <a:pt x="6033574" y="2674232"/>
                </a:lnTo>
                <a:lnTo>
                  <a:pt x="6028973" y="2675148"/>
                </a:lnTo>
                <a:lnTo>
                  <a:pt x="6024373" y="2676064"/>
                </a:lnTo>
                <a:lnTo>
                  <a:pt x="6019728" y="2676525"/>
                </a:lnTo>
                <a:lnTo>
                  <a:pt x="6015037" y="2676525"/>
                </a:lnTo>
                <a:lnTo>
                  <a:pt x="71437" y="2676525"/>
                </a:lnTo>
                <a:lnTo>
                  <a:pt x="66746" y="2676525"/>
                </a:lnTo>
                <a:lnTo>
                  <a:pt x="62101" y="2676064"/>
                </a:lnTo>
                <a:lnTo>
                  <a:pt x="57500" y="2675148"/>
                </a:lnTo>
                <a:lnTo>
                  <a:pt x="52900" y="2674232"/>
                </a:lnTo>
                <a:lnTo>
                  <a:pt x="48433" y="2672878"/>
                </a:lnTo>
                <a:lnTo>
                  <a:pt x="44099" y="2671078"/>
                </a:lnTo>
                <a:lnTo>
                  <a:pt x="39765" y="2669283"/>
                </a:lnTo>
                <a:lnTo>
                  <a:pt x="20923" y="2655595"/>
                </a:lnTo>
                <a:lnTo>
                  <a:pt x="17606" y="2652280"/>
                </a:lnTo>
                <a:lnTo>
                  <a:pt x="5437" y="2632415"/>
                </a:lnTo>
                <a:lnTo>
                  <a:pt x="3642" y="2628086"/>
                </a:lnTo>
                <a:lnTo>
                  <a:pt x="2287" y="2623621"/>
                </a:lnTo>
                <a:lnTo>
                  <a:pt x="1372" y="2619021"/>
                </a:lnTo>
                <a:lnTo>
                  <a:pt x="457" y="2614421"/>
                </a:lnTo>
                <a:lnTo>
                  <a:pt x="0" y="2609780"/>
                </a:lnTo>
                <a:lnTo>
                  <a:pt x="0" y="2605087"/>
                </a:lnTo>
                <a:close/>
              </a:path>
              <a:path w="6086475" h="8277225">
                <a:moveTo>
                  <a:pt x="0" y="5519737"/>
                </a:moveTo>
                <a:lnTo>
                  <a:pt x="0" y="2757487"/>
                </a:lnTo>
                <a:lnTo>
                  <a:pt x="0" y="2752794"/>
                </a:lnTo>
                <a:lnTo>
                  <a:pt x="457" y="2748143"/>
                </a:lnTo>
                <a:lnTo>
                  <a:pt x="1372" y="2743543"/>
                </a:lnTo>
                <a:lnTo>
                  <a:pt x="2287" y="2738944"/>
                </a:lnTo>
                <a:lnTo>
                  <a:pt x="3642" y="2734479"/>
                </a:lnTo>
                <a:lnTo>
                  <a:pt x="5437" y="2730145"/>
                </a:lnTo>
                <a:lnTo>
                  <a:pt x="7232" y="2725810"/>
                </a:lnTo>
                <a:lnTo>
                  <a:pt x="9433" y="2721694"/>
                </a:lnTo>
                <a:lnTo>
                  <a:pt x="12039" y="2717796"/>
                </a:lnTo>
                <a:lnTo>
                  <a:pt x="14645" y="2713894"/>
                </a:lnTo>
                <a:lnTo>
                  <a:pt x="17606" y="2710285"/>
                </a:lnTo>
                <a:lnTo>
                  <a:pt x="20923" y="2706969"/>
                </a:lnTo>
                <a:lnTo>
                  <a:pt x="24240" y="2703649"/>
                </a:lnTo>
                <a:lnTo>
                  <a:pt x="27848" y="2700686"/>
                </a:lnTo>
                <a:lnTo>
                  <a:pt x="31748" y="2698081"/>
                </a:lnTo>
                <a:lnTo>
                  <a:pt x="35649" y="2695473"/>
                </a:lnTo>
                <a:lnTo>
                  <a:pt x="66746" y="2686050"/>
                </a:lnTo>
                <a:lnTo>
                  <a:pt x="71437" y="2686050"/>
                </a:lnTo>
                <a:lnTo>
                  <a:pt x="6015037" y="2686050"/>
                </a:lnTo>
                <a:lnTo>
                  <a:pt x="6019728" y="2686050"/>
                </a:lnTo>
                <a:lnTo>
                  <a:pt x="6024373" y="2686506"/>
                </a:lnTo>
                <a:lnTo>
                  <a:pt x="6054725" y="2698081"/>
                </a:lnTo>
                <a:lnTo>
                  <a:pt x="6058625" y="2700686"/>
                </a:lnTo>
                <a:lnTo>
                  <a:pt x="6062234" y="2703649"/>
                </a:lnTo>
                <a:lnTo>
                  <a:pt x="6065550" y="2706969"/>
                </a:lnTo>
                <a:lnTo>
                  <a:pt x="6068867" y="2710285"/>
                </a:lnTo>
                <a:lnTo>
                  <a:pt x="6081035" y="2730145"/>
                </a:lnTo>
                <a:lnTo>
                  <a:pt x="6082831" y="2734479"/>
                </a:lnTo>
                <a:lnTo>
                  <a:pt x="6084186" y="2738944"/>
                </a:lnTo>
                <a:lnTo>
                  <a:pt x="6085101" y="2743543"/>
                </a:lnTo>
                <a:lnTo>
                  <a:pt x="6086016" y="2748143"/>
                </a:lnTo>
                <a:lnTo>
                  <a:pt x="6086474" y="2752794"/>
                </a:lnTo>
                <a:lnTo>
                  <a:pt x="6086475" y="2757487"/>
                </a:lnTo>
                <a:lnTo>
                  <a:pt x="6086475" y="5519737"/>
                </a:lnTo>
                <a:lnTo>
                  <a:pt x="6086474" y="5524425"/>
                </a:lnTo>
                <a:lnTo>
                  <a:pt x="6086016" y="5529071"/>
                </a:lnTo>
                <a:lnTo>
                  <a:pt x="6085101" y="5533671"/>
                </a:lnTo>
                <a:lnTo>
                  <a:pt x="6084186" y="5538271"/>
                </a:lnTo>
                <a:lnTo>
                  <a:pt x="6074433" y="5559418"/>
                </a:lnTo>
                <a:lnTo>
                  <a:pt x="6071828" y="5563321"/>
                </a:lnTo>
                <a:lnTo>
                  <a:pt x="6054725" y="5579133"/>
                </a:lnTo>
                <a:lnTo>
                  <a:pt x="6050825" y="5581738"/>
                </a:lnTo>
                <a:lnTo>
                  <a:pt x="6019728" y="5591175"/>
                </a:lnTo>
                <a:lnTo>
                  <a:pt x="6015037" y="5591175"/>
                </a:lnTo>
                <a:lnTo>
                  <a:pt x="71437" y="5591175"/>
                </a:lnTo>
                <a:lnTo>
                  <a:pt x="66746" y="5591175"/>
                </a:lnTo>
                <a:lnTo>
                  <a:pt x="62101" y="5590718"/>
                </a:lnTo>
                <a:lnTo>
                  <a:pt x="31748" y="5579133"/>
                </a:lnTo>
                <a:lnTo>
                  <a:pt x="27848" y="5576529"/>
                </a:lnTo>
                <a:lnTo>
                  <a:pt x="3642" y="5542736"/>
                </a:lnTo>
                <a:lnTo>
                  <a:pt x="0" y="5524425"/>
                </a:lnTo>
                <a:lnTo>
                  <a:pt x="0" y="5519737"/>
                </a:lnTo>
                <a:close/>
              </a:path>
              <a:path w="6086475" h="8277225">
                <a:moveTo>
                  <a:pt x="0" y="8205787"/>
                </a:moveTo>
                <a:lnTo>
                  <a:pt x="0" y="5672137"/>
                </a:lnTo>
                <a:lnTo>
                  <a:pt x="0" y="5667444"/>
                </a:lnTo>
                <a:lnTo>
                  <a:pt x="457" y="5662793"/>
                </a:lnTo>
                <a:lnTo>
                  <a:pt x="1372" y="5658193"/>
                </a:lnTo>
                <a:lnTo>
                  <a:pt x="2287" y="5653594"/>
                </a:lnTo>
                <a:lnTo>
                  <a:pt x="3642" y="5649125"/>
                </a:lnTo>
                <a:lnTo>
                  <a:pt x="5437" y="5644795"/>
                </a:lnTo>
                <a:lnTo>
                  <a:pt x="7232" y="5640460"/>
                </a:lnTo>
                <a:lnTo>
                  <a:pt x="20923" y="5621619"/>
                </a:lnTo>
                <a:lnTo>
                  <a:pt x="24240" y="5618303"/>
                </a:lnTo>
                <a:lnTo>
                  <a:pt x="27848" y="5615340"/>
                </a:lnTo>
                <a:lnTo>
                  <a:pt x="31748" y="5612736"/>
                </a:lnTo>
                <a:lnTo>
                  <a:pt x="35649" y="5610131"/>
                </a:lnTo>
                <a:lnTo>
                  <a:pt x="66746" y="5600700"/>
                </a:lnTo>
                <a:lnTo>
                  <a:pt x="71437" y="5600700"/>
                </a:lnTo>
                <a:lnTo>
                  <a:pt x="6015037" y="5600700"/>
                </a:lnTo>
                <a:lnTo>
                  <a:pt x="6019728" y="5600700"/>
                </a:lnTo>
                <a:lnTo>
                  <a:pt x="6024373" y="5601156"/>
                </a:lnTo>
                <a:lnTo>
                  <a:pt x="6054725" y="5612736"/>
                </a:lnTo>
                <a:lnTo>
                  <a:pt x="6058625" y="5615340"/>
                </a:lnTo>
                <a:lnTo>
                  <a:pt x="6062234" y="5618303"/>
                </a:lnTo>
                <a:lnTo>
                  <a:pt x="6065550" y="5621619"/>
                </a:lnTo>
                <a:lnTo>
                  <a:pt x="6068867" y="5624935"/>
                </a:lnTo>
                <a:lnTo>
                  <a:pt x="6071828" y="5628544"/>
                </a:lnTo>
                <a:lnTo>
                  <a:pt x="6074433" y="5632446"/>
                </a:lnTo>
                <a:lnTo>
                  <a:pt x="6077040" y="5636344"/>
                </a:lnTo>
                <a:lnTo>
                  <a:pt x="6079241" y="5640460"/>
                </a:lnTo>
                <a:lnTo>
                  <a:pt x="6081035" y="5644795"/>
                </a:lnTo>
                <a:lnTo>
                  <a:pt x="6082831" y="5649125"/>
                </a:lnTo>
                <a:lnTo>
                  <a:pt x="6084186" y="5653594"/>
                </a:lnTo>
                <a:lnTo>
                  <a:pt x="6085101" y="5658193"/>
                </a:lnTo>
                <a:lnTo>
                  <a:pt x="6086016" y="5662793"/>
                </a:lnTo>
                <a:lnTo>
                  <a:pt x="6086474" y="5667444"/>
                </a:lnTo>
                <a:lnTo>
                  <a:pt x="6086475" y="5672137"/>
                </a:lnTo>
                <a:lnTo>
                  <a:pt x="6086475" y="8205787"/>
                </a:lnTo>
                <a:lnTo>
                  <a:pt x="6086474" y="8210475"/>
                </a:lnTo>
                <a:lnTo>
                  <a:pt x="6086016" y="8215117"/>
                </a:lnTo>
                <a:lnTo>
                  <a:pt x="6085101" y="8219716"/>
                </a:lnTo>
                <a:lnTo>
                  <a:pt x="6084186" y="8224316"/>
                </a:lnTo>
                <a:lnTo>
                  <a:pt x="6082831" y="8228786"/>
                </a:lnTo>
                <a:lnTo>
                  <a:pt x="6081035" y="8233115"/>
                </a:lnTo>
                <a:lnTo>
                  <a:pt x="6079241" y="8237450"/>
                </a:lnTo>
                <a:lnTo>
                  <a:pt x="6077040" y="8241566"/>
                </a:lnTo>
                <a:lnTo>
                  <a:pt x="6074433" y="8245463"/>
                </a:lnTo>
                <a:lnTo>
                  <a:pt x="6071828" y="8249371"/>
                </a:lnTo>
                <a:lnTo>
                  <a:pt x="6068867" y="8252980"/>
                </a:lnTo>
                <a:lnTo>
                  <a:pt x="6065550" y="8256295"/>
                </a:lnTo>
                <a:lnTo>
                  <a:pt x="6062234" y="8259612"/>
                </a:lnTo>
                <a:lnTo>
                  <a:pt x="6028973" y="8275843"/>
                </a:lnTo>
                <a:lnTo>
                  <a:pt x="6024373" y="8276760"/>
                </a:lnTo>
                <a:lnTo>
                  <a:pt x="6019728" y="8277220"/>
                </a:lnTo>
                <a:lnTo>
                  <a:pt x="6015037" y="8277225"/>
                </a:lnTo>
                <a:lnTo>
                  <a:pt x="71437" y="8277225"/>
                </a:lnTo>
                <a:lnTo>
                  <a:pt x="44099" y="8271773"/>
                </a:lnTo>
                <a:lnTo>
                  <a:pt x="39765" y="8269979"/>
                </a:lnTo>
                <a:lnTo>
                  <a:pt x="20923" y="8256295"/>
                </a:lnTo>
                <a:lnTo>
                  <a:pt x="17606" y="8252980"/>
                </a:lnTo>
                <a:lnTo>
                  <a:pt x="14645" y="8249371"/>
                </a:lnTo>
                <a:lnTo>
                  <a:pt x="12039" y="8245463"/>
                </a:lnTo>
                <a:lnTo>
                  <a:pt x="9433" y="8241566"/>
                </a:lnTo>
                <a:lnTo>
                  <a:pt x="7232" y="8237450"/>
                </a:lnTo>
                <a:lnTo>
                  <a:pt x="5437" y="8233115"/>
                </a:lnTo>
                <a:lnTo>
                  <a:pt x="3642" y="8228786"/>
                </a:lnTo>
                <a:lnTo>
                  <a:pt x="2287" y="8224316"/>
                </a:lnTo>
                <a:lnTo>
                  <a:pt x="1372" y="8219716"/>
                </a:lnTo>
                <a:lnTo>
                  <a:pt x="457" y="8215117"/>
                </a:lnTo>
                <a:lnTo>
                  <a:pt x="0" y="8210475"/>
                </a:lnTo>
                <a:lnTo>
                  <a:pt x="0" y="82057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421024"/>
            <a:ext cx="3472815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12-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felt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like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reads</a:t>
            </a:r>
            <a:r>
              <a:rPr sz="1300" spc="-1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mind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081906"/>
            <a:ext cx="466788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13-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used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repost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feature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express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how you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feel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towards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someone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instead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of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communicating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with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them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directly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6021724"/>
            <a:ext cx="4834890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14-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remember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last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3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saw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page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127125"/>
            <a:ext cx="3171825" cy="1905000"/>
            <a:chOff x="850900" y="1127125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127125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22375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48000" y="1157288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93887" y="1374775"/>
            <a:ext cx="1129030" cy="709930"/>
            <a:chOff x="1893887" y="1374775"/>
            <a:chExt cx="1129030" cy="70993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374775"/>
              <a:ext cx="95250" cy="952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98650" y="1575747"/>
              <a:ext cx="857250" cy="504190"/>
            </a:xfrm>
            <a:custGeom>
              <a:avLst/>
              <a:gdLst/>
              <a:ahLst/>
              <a:cxnLst/>
              <a:rect l="l" t="t" r="r" b="b"/>
              <a:pathLst>
                <a:path w="857250" h="504189">
                  <a:moveTo>
                    <a:pt x="857250" y="503878"/>
                  </a:moveTo>
                  <a:lnTo>
                    <a:pt x="0" y="503878"/>
                  </a:lnTo>
                  <a:lnTo>
                    <a:pt x="693529" y="0"/>
                  </a:lnTo>
                  <a:lnTo>
                    <a:pt x="730929" y="55964"/>
                  </a:lnTo>
                  <a:lnTo>
                    <a:pt x="763815" y="114695"/>
                  </a:lnTo>
                  <a:lnTo>
                    <a:pt x="791999" y="175821"/>
                  </a:lnTo>
                  <a:lnTo>
                    <a:pt x="815293" y="238974"/>
                  </a:lnTo>
                  <a:lnTo>
                    <a:pt x="833568" y="303756"/>
                  </a:lnTo>
                  <a:lnTo>
                    <a:pt x="846695" y="369775"/>
                  </a:lnTo>
                  <a:lnTo>
                    <a:pt x="854611" y="436619"/>
                  </a:lnTo>
                  <a:lnTo>
                    <a:pt x="857250" y="503878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98650" y="1575747"/>
              <a:ext cx="857250" cy="504190"/>
            </a:xfrm>
            <a:custGeom>
              <a:avLst/>
              <a:gdLst/>
              <a:ahLst/>
              <a:cxnLst/>
              <a:rect l="l" t="t" r="r" b="b"/>
              <a:pathLst>
                <a:path w="857250" h="504189">
                  <a:moveTo>
                    <a:pt x="0" y="503878"/>
                  </a:moveTo>
                  <a:lnTo>
                    <a:pt x="693529" y="0"/>
                  </a:lnTo>
                  <a:lnTo>
                    <a:pt x="712793" y="27636"/>
                  </a:lnTo>
                  <a:lnTo>
                    <a:pt x="730929" y="55964"/>
                  </a:lnTo>
                  <a:lnTo>
                    <a:pt x="763815" y="114695"/>
                  </a:lnTo>
                  <a:lnTo>
                    <a:pt x="791999" y="175821"/>
                  </a:lnTo>
                  <a:lnTo>
                    <a:pt x="815293" y="238974"/>
                  </a:lnTo>
                  <a:lnTo>
                    <a:pt x="833568" y="303756"/>
                  </a:lnTo>
                  <a:lnTo>
                    <a:pt x="846695" y="369775"/>
                  </a:lnTo>
                  <a:lnTo>
                    <a:pt x="854611" y="436619"/>
                  </a:lnTo>
                  <a:lnTo>
                    <a:pt x="857250" y="503878"/>
                  </a:lnTo>
                  <a:lnTo>
                    <a:pt x="0" y="503878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24112" y="180067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6647" y="1217613"/>
            <a:ext cx="1724025" cy="1724025"/>
            <a:chOff x="1036647" y="1217613"/>
            <a:chExt cx="1724025" cy="1724025"/>
          </a:xfrm>
        </p:grpSpPr>
        <p:sp>
          <p:nvSpPr>
            <p:cNvPr id="18" name="object 18"/>
            <p:cNvSpPr/>
            <p:nvPr/>
          </p:nvSpPr>
          <p:spPr>
            <a:xfrm>
              <a:off x="1041441" y="1222376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65624" y="1714458"/>
                  </a:moveTo>
                  <a:lnTo>
                    <a:pt x="815145" y="1713467"/>
                  </a:lnTo>
                  <a:lnTo>
                    <a:pt x="764812" y="1709505"/>
                  </a:lnTo>
                  <a:lnTo>
                    <a:pt x="714799" y="1702588"/>
                  </a:lnTo>
                  <a:lnTo>
                    <a:pt x="665280" y="1692738"/>
                  </a:lnTo>
                  <a:lnTo>
                    <a:pt x="616427" y="1679990"/>
                  </a:lnTo>
                  <a:lnTo>
                    <a:pt x="568409" y="1664388"/>
                  </a:lnTo>
                  <a:lnTo>
                    <a:pt x="521393" y="1645986"/>
                  </a:lnTo>
                  <a:lnTo>
                    <a:pt x="475542" y="1624849"/>
                  </a:lnTo>
                  <a:lnTo>
                    <a:pt x="431015" y="1601048"/>
                  </a:lnTo>
                  <a:lnTo>
                    <a:pt x="387966" y="1574668"/>
                  </a:lnTo>
                  <a:lnTo>
                    <a:pt x="346545" y="1545799"/>
                  </a:lnTo>
                  <a:lnTo>
                    <a:pt x="306895" y="1514542"/>
                  </a:lnTo>
                  <a:lnTo>
                    <a:pt x="269154" y="1481005"/>
                  </a:lnTo>
                  <a:lnTo>
                    <a:pt x="233453" y="1445303"/>
                  </a:lnTo>
                  <a:lnTo>
                    <a:pt x="199916" y="1407563"/>
                  </a:lnTo>
                  <a:lnTo>
                    <a:pt x="168659" y="1367913"/>
                  </a:lnTo>
                  <a:lnTo>
                    <a:pt x="139790" y="1326491"/>
                  </a:lnTo>
                  <a:lnTo>
                    <a:pt x="113409" y="1283442"/>
                  </a:lnTo>
                  <a:lnTo>
                    <a:pt x="89609" y="1238915"/>
                  </a:lnTo>
                  <a:lnTo>
                    <a:pt x="68471" y="1193064"/>
                  </a:lnTo>
                  <a:lnTo>
                    <a:pt x="50070" y="1146048"/>
                  </a:lnTo>
                  <a:lnTo>
                    <a:pt x="34468" y="1098030"/>
                  </a:lnTo>
                  <a:lnTo>
                    <a:pt x="21720" y="1049177"/>
                  </a:lnTo>
                  <a:lnTo>
                    <a:pt x="11870" y="999659"/>
                  </a:lnTo>
                  <a:lnTo>
                    <a:pt x="4952" y="949646"/>
                  </a:lnTo>
                  <a:lnTo>
                    <a:pt x="991" y="899313"/>
                  </a:lnTo>
                  <a:lnTo>
                    <a:pt x="0" y="848834"/>
                  </a:lnTo>
                  <a:lnTo>
                    <a:pt x="619" y="823594"/>
                  </a:lnTo>
                  <a:lnTo>
                    <a:pt x="4086" y="773224"/>
                  </a:lnTo>
                  <a:lnTo>
                    <a:pt x="10512" y="723146"/>
                  </a:lnTo>
                  <a:lnTo>
                    <a:pt x="19876" y="673533"/>
                  </a:lnTo>
                  <a:lnTo>
                    <a:pt x="32143" y="624557"/>
                  </a:lnTo>
                  <a:lnTo>
                    <a:pt x="47273" y="576389"/>
                  </a:lnTo>
                  <a:lnTo>
                    <a:pt x="65212" y="529194"/>
                  </a:lnTo>
                  <a:lnTo>
                    <a:pt x="85899" y="483138"/>
                  </a:lnTo>
                  <a:lnTo>
                    <a:pt x="109261" y="438379"/>
                  </a:lnTo>
                  <a:lnTo>
                    <a:pt x="135217" y="395073"/>
                  </a:lnTo>
                  <a:lnTo>
                    <a:pt x="163678" y="353371"/>
                  </a:lnTo>
                  <a:lnTo>
                    <a:pt x="194545" y="313416"/>
                  </a:lnTo>
                  <a:lnTo>
                    <a:pt x="227710" y="275348"/>
                  </a:lnTo>
                  <a:lnTo>
                    <a:pt x="263059" y="239298"/>
                  </a:lnTo>
                  <a:lnTo>
                    <a:pt x="300469" y="205392"/>
                  </a:lnTo>
                  <a:lnTo>
                    <a:pt x="339810" y="173746"/>
                  </a:lnTo>
                  <a:lnTo>
                    <a:pt x="380946" y="144472"/>
                  </a:lnTo>
                  <a:lnTo>
                    <a:pt x="423733" y="117670"/>
                  </a:lnTo>
                  <a:lnTo>
                    <a:pt x="468025" y="93434"/>
                  </a:lnTo>
                  <a:lnTo>
                    <a:pt x="513666" y="71847"/>
                  </a:lnTo>
                  <a:lnTo>
                    <a:pt x="560499" y="52985"/>
                  </a:lnTo>
                  <a:lnTo>
                    <a:pt x="608362" y="36912"/>
                  </a:lnTo>
                  <a:lnTo>
                    <a:pt x="657087" y="23685"/>
                  </a:lnTo>
                  <a:lnTo>
                    <a:pt x="706507" y="13350"/>
                  </a:lnTo>
                  <a:lnTo>
                    <a:pt x="756449" y="5942"/>
                  </a:lnTo>
                  <a:lnTo>
                    <a:pt x="806741" y="1486"/>
                  </a:lnTo>
                  <a:lnTo>
                    <a:pt x="857208" y="0"/>
                  </a:lnTo>
                  <a:lnTo>
                    <a:pt x="882453" y="371"/>
                  </a:lnTo>
                  <a:lnTo>
                    <a:pt x="932854" y="3344"/>
                  </a:lnTo>
                  <a:lnTo>
                    <a:pt x="982993" y="9278"/>
                  </a:lnTo>
                  <a:lnTo>
                    <a:pt x="1032695" y="18154"/>
                  </a:lnTo>
                  <a:lnTo>
                    <a:pt x="1081789" y="29940"/>
                  </a:lnTo>
                  <a:lnTo>
                    <a:pt x="1130104" y="44596"/>
                  </a:lnTo>
                  <a:lnTo>
                    <a:pt x="1177472" y="62071"/>
                  </a:lnTo>
                  <a:lnTo>
                    <a:pt x="1223730" y="82305"/>
                  </a:lnTo>
                  <a:lnTo>
                    <a:pt x="1268716" y="105226"/>
                  </a:lnTo>
                  <a:lnTo>
                    <a:pt x="1312274" y="130756"/>
                  </a:lnTo>
                  <a:lnTo>
                    <a:pt x="1354254" y="158806"/>
                  </a:lnTo>
                  <a:lnTo>
                    <a:pt x="1394510" y="189279"/>
                  </a:lnTo>
                  <a:lnTo>
                    <a:pt x="1432902" y="222069"/>
                  </a:lnTo>
                  <a:lnTo>
                    <a:pt x="1469297" y="257062"/>
                  </a:lnTo>
                  <a:lnTo>
                    <a:pt x="1503569" y="294137"/>
                  </a:lnTo>
                  <a:lnTo>
                    <a:pt x="1535599" y="333166"/>
                  </a:lnTo>
                  <a:lnTo>
                    <a:pt x="1550738" y="353371"/>
                  </a:lnTo>
                  <a:lnTo>
                    <a:pt x="857208" y="857249"/>
                  </a:lnTo>
                  <a:lnTo>
                    <a:pt x="1714458" y="857249"/>
                  </a:lnTo>
                  <a:lnTo>
                    <a:pt x="1712971" y="907716"/>
                  </a:lnTo>
                  <a:lnTo>
                    <a:pt x="1708516" y="958008"/>
                  </a:lnTo>
                  <a:lnTo>
                    <a:pt x="1701108" y="1007951"/>
                  </a:lnTo>
                  <a:lnTo>
                    <a:pt x="1690772" y="1057370"/>
                  </a:lnTo>
                  <a:lnTo>
                    <a:pt x="1677545" y="1106096"/>
                  </a:lnTo>
                  <a:lnTo>
                    <a:pt x="1661472" y="1153958"/>
                  </a:lnTo>
                  <a:lnTo>
                    <a:pt x="1642610" y="1200791"/>
                  </a:lnTo>
                  <a:lnTo>
                    <a:pt x="1621023" y="1246433"/>
                  </a:lnTo>
                  <a:lnTo>
                    <a:pt x="1596787" y="1290724"/>
                  </a:lnTo>
                  <a:lnTo>
                    <a:pt x="1569985" y="1333512"/>
                  </a:lnTo>
                  <a:lnTo>
                    <a:pt x="1540711" y="1374648"/>
                  </a:lnTo>
                  <a:lnTo>
                    <a:pt x="1509066" y="1413989"/>
                  </a:lnTo>
                  <a:lnTo>
                    <a:pt x="1475160" y="1451399"/>
                  </a:lnTo>
                  <a:lnTo>
                    <a:pt x="1439110" y="1486747"/>
                  </a:lnTo>
                  <a:lnTo>
                    <a:pt x="1401042" y="1519913"/>
                  </a:lnTo>
                  <a:lnTo>
                    <a:pt x="1361087" y="1550779"/>
                  </a:lnTo>
                  <a:lnTo>
                    <a:pt x="1319385" y="1579240"/>
                  </a:lnTo>
                  <a:lnTo>
                    <a:pt x="1276079" y="1605197"/>
                  </a:lnTo>
                  <a:lnTo>
                    <a:pt x="1231320" y="1628559"/>
                  </a:lnTo>
                  <a:lnTo>
                    <a:pt x="1185263" y="1649245"/>
                  </a:lnTo>
                  <a:lnTo>
                    <a:pt x="1138069" y="1667184"/>
                  </a:lnTo>
                  <a:lnTo>
                    <a:pt x="1089900" y="1682314"/>
                  </a:lnTo>
                  <a:lnTo>
                    <a:pt x="1040925" y="1694582"/>
                  </a:lnTo>
                  <a:lnTo>
                    <a:pt x="991312" y="1703945"/>
                  </a:lnTo>
                  <a:lnTo>
                    <a:pt x="941233" y="1710372"/>
                  </a:lnTo>
                  <a:lnTo>
                    <a:pt x="890864" y="1713838"/>
                  </a:lnTo>
                  <a:lnTo>
                    <a:pt x="865624" y="1714458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1410" y="1222376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39" y="857249"/>
                  </a:moveTo>
                  <a:lnTo>
                    <a:pt x="1714489" y="857249"/>
                  </a:lnTo>
                  <a:lnTo>
                    <a:pt x="1714396" y="869874"/>
                  </a:lnTo>
                  <a:lnTo>
                    <a:pt x="1714117" y="882494"/>
                  </a:lnTo>
                  <a:lnTo>
                    <a:pt x="1711145" y="932895"/>
                  </a:lnTo>
                  <a:lnTo>
                    <a:pt x="1705211" y="983034"/>
                  </a:lnTo>
                  <a:lnTo>
                    <a:pt x="1696335" y="1032737"/>
                  </a:lnTo>
                  <a:lnTo>
                    <a:pt x="1684548" y="1081831"/>
                  </a:lnTo>
                  <a:lnTo>
                    <a:pt x="1669892" y="1130145"/>
                  </a:lnTo>
                  <a:lnTo>
                    <a:pt x="1652417" y="1177514"/>
                  </a:lnTo>
                  <a:lnTo>
                    <a:pt x="1632184" y="1223771"/>
                  </a:lnTo>
                  <a:lnTo>
                    <a:pt x="1609262" y="1268757"/>
                  </a:lnTo>
                  <a:lnTo>
                    <a:pt x="1583732" y="1312315"/>
                  </a:lnTo>
                  <a:lnTo>
                    <a:pt x="1555682" y="1354295"/>
                  </a:lnTo>
                  <a:lnTo>
                    <a:pt x="1525209" y="1394551"/>
                  </a:lnTo>
                  <a:lnTo>
                    <a:pt x="1492419" y="1432943"/>
                  </a:lnTo>
                  <a:lnTo>
                    <a:pt x="1457426" y="1469339"/>
                  </a:lnTo>
                  <a:lnTo>
                    <a:pt x="1420351" y="1503610"/>
                  </a:lnTo>
                  <a:lnTo>
                    <a:pt x="1381323" y="1535640"/>
                  </a:lnTo>
                  <a:lnTo>
                    <a:pt x="1340476" y="1565317"/>
                  </a:lnTo>
                  <a:lnTo>
                    <a:pt x="1297954" y="1592537"/>
                  </a:lnTo>
                  <a:lnTo>
                    <a:pt x="1253903" y="1617207"/>
                  </a:lnTo>
                  <a:lnTo>
                    <a:pt x="1208475" y="1639241"/>
                  </a:lnTo>
                  <a:lnTo>
                    <a:pt x="1161830" y="1658562"/>
                  </a:lnTo>
                  <a:lnTo>
                    <a:pt x="1114127" y="1675104"/>
                  </a:lnTo>
                  <a:lnTo>
                    <a:pt x="1065534" y="1688809"/>
                  </a:lnTo>
                  <a:lnTo>
                    <a:pt x="1016218" y="1699629"/>
                  </a:lnTo>
                  <a:lnTo>
                    <a:pt x="966351" y="1707527"/>
                  </a:lnTo>
                  <a:lnTo>
                    <a:pt x="916105" y="1712476"/>
                  </a:lnTo>
                  <a:lnTo>
                    <a:pt x="865655" y="1714458"/>
                  </a:lnTo>
                  <a:lnTo>
                    <a:pt x="853033" y="1714489"/>
                  </a:lnTo>
                  <a:lnTo>
                    <a:pt x="840408" y="1714334"/>
                  </a:lnTo>
                  <a:lnTo>
                    <a:pt x="789980" y="1711857"/>
                  </a:lnTo>
                  <a:lnTo>
                    <a:pt x="739785" y="1706415"/>
                  </a:lnTo>
                  <a:lnTo>
                    <a:pt x="689998" y="1698027"/>
                  </a:lnTo>
                  <a:lnTo>
                    <a:pt x="640791" y="1686724"/>
                  </a:lnTo>
                  <a:lnTo>
                    <a:pt x="592334" y="1672543"/>
                  </a:lnTo>
                  <a:lnTo>
                    <a:pt x="544797" y="1655534"/>
                  </a:lnTo>
                  <a:lnTo>
                    <a:pt x="498343" y="1635755"/>
                  </a:lnTo>
                  <a:lnTo>
                    <a:pt x="453134" y="1613276"/>
                  </a:lnTo>
                  <a:lnTo>
                    <a:pt x="409327" y="1588175"/>
                  </a:lnTo>
                  <a:lnTo>
                    <a:pt x="367074" y="1560539"/>
                  </a:lnTo>
                  <a:lnTo>
                    <a:pt x="326521" y="1530463"/>
                  </a:lnTo>
                  <a:lnTo>
                    <a:pt x="287809" y="1498051"/>
                  </a:lnTo>
                  <a:lnTo>
                    <a:pt x="251072" y="1463417"/>
                  </a:lnTo>
                  <a:lnTo>
                    <a:pt x="216438" y="1426680"/>
                  </a:lnTo>
                  <a:lnTo>
                    <a:pt x="184026" y="1387968"/>
                  </a:lnTo>
                  <a:lnTo>
                    <a:pt x="153950" y="1347415"/>
                  </a:lnTo>
                  <a:lnTo>
                    <a:pt x="126313" y="1305161"/>
                  </a:lnTo>
                  <a:lnTo>
                    <a:pt x="101212" y="1261354"/>
                  </a:lnTo>
                  <a:lnTo>
                    <a:pt x="78734" y="1216145"/>
                  </a:lnTo>
                  <a:lnTo>
                    <a:pt x="58955" y="1169692"/>
                  </a:lnTo>
                  <a:lnTo>
                    <a:pt x="41946" y="1122154"/>
                  </a:lnTo>
                  <a:lnTo>
                    <a:pt x="27765" y="1073698"/>
                  </a:lnTo>
                  <a:lnTo>
                    <a:pt x="16461" y="1024491"/>
                  </a:lnTo>
                  <a:lnTo>
                    <a:pt x="8074" y="974703"/>
                  </a:lnTo>
                  <a:lnTo>
                    <a:pt x="2632" y="924508"/>
                  </a:lnTo>
                  <a:lnTo>
                    <a:pt x="154" y="874080"/>
                  </a:lnTo>
                  <a:lnTo>
                    <a:pt x="0" y="861456"/>
                  </a:lnTo>
                  <a:lnTo>
                    <a:pt x="30" y="848834"/>
                  </a:lnTo>
                  <a:lnTo>
                    <a:pt x="2013" y="798384"/>
                  </a:lnTo>
                  <a:lnTo>
                    <a:pt x="6961" y="748138"/>
                  </a:lnTo>
                  <a:lnTo>
                    <a:pt x="14860" y="698271"/>
                  </a:lnTo>
                  <a:lnTo>
                    <a:pt x="25680" y="648955"/>
                  </a:lnTo>
                  <a:lnTo>
                    <a:pt x="39385" y="600361"/>
                  </a:lnTo>
                  <a:lnTo>
                    <a:pt x="55926" y="552659"/>
                  </a:lnTo>
                  <a:lnTo>
                    <a:pt x="75247" y="506014"/>
                  </a:lnTo>
                  <a:lnTo>
                    <a:pt x="97281" y="460586"/>
                  </a:lnTo>
                  <a:lnTo>
                    <a:pt x="121951" y="416535"/>
                  </a:lnTo>
                  <a:lnTo>
                    <a:pt x="149172" y="374012"/>
                  </a:lnTo>
                  <a:lnTo>
                    <a:pt x="178848" y="333166"/>
                  </a:lnTo>
                  <a:lnTo>
                    <a:pt x="210878" y="294138"/>
                  </a:lnTo>
                  <a:lnTo>
                    <a:pt x="245150" y="257062"/>
                  </a:lnTo>
                  <a:lnTo>
                    <a:pt x="281545" y="222069"/>
                  </a:lnTo>
                  <a:lnTo>
                    <a:pt x="319937" y="189279"/>
                  </a:lnTo>
                  <a:lnTo>
                    <a:pt x="360193" y="158806"/>
                  </a:lnTo>
                  <a:lnTo>
                    <a:pt x="402173" y="130756"/>
                  </a:lnTo>
                  <a:lnTo>
                    <a:pt x="445732" y="105226"/>
                  </a:lnTo>
                  <a:lnTo>
                    <a:pt x="490718" y="82305"/>
                  </a:lnTo>
                  <a:lnTo>
                    <a:pt x="536975" y="62071"/>
                  </a:lnTo>
                  <a:lnTo>
                    <a:pt x="584343" y="44596"/>
                  </a:lnTo>
                  <a:lnTo>
                    <a:pt x="632658" y="29940"/>
                  </a:lnTo>
                  <a:lnTo>
                    <a:pt x="681752" y="18154"/>
                  </a:lnTo>
                  <a:lnTo>
                    <a:pt x="731454" y="9278"/>
                  </a:lnTo>
                  <a:lnTo>
                    <a:pt x="781593" y="3344"/>
                  </a:lnTo>
                  <a:lnTo>
                    <a:pt x="831995" y="371"/>
                  </a:lnTo>
                  <a:lnTo>
                    <a:pt x="857239" y="0"/>
                  </a:lnTo>
                  <a:lnTo>
                    <a:pt x="869864" y="92"/>
                  </a:lnTo>
                  <a:lnTo>
                    <a:pt x="920304" y="2322"/>
                  </a:lnTo>
                  <a:lnTo>
                    <a:pt x="970525" y="7518"/>
                  </a:lnTo>
                  <a:lnTo>
                    <a:pt x="1020352" y="15661"/>
                  </a:lnTo>
                  <a:lnTo>
                    <a:pt x="1069614" y="26723"/>
                  </a:lnTo>
                  <a:lnTo>
                    <a:pt x="1118140" y="40666"/>
                  </a:lnTo>
                  <a:lnTo>
                    <a:pt x="1165760" y="57442"/>
                  </a:lnTo>
                  <a:lnTo>
                    <a:pt x="1212311" y="76992"/>
                  </a:lnTo>
                  <a:lnTo>
                    <a:pt x="1257629" y="99249"/>
                  </a:lnTo>
                  <a:lnTo>
                    <a:pt x="1301559" y="124134"/>
                  </a:lnTo>
                  <a:lnTo>
                    <a:pt x="1343947" y="151563"/>
                  </a:lnTo>
                  <a:lnTo>
                    <a:pt x="1384647" y="181440"/>
                  </a:lnTo>
                  <a:lnTo>
                    <a:pt x="1423518" y="213661"/>
                  </a:lnTo>
                  <a:lnTo>
                    <a:pt x="1460424" y="248115"/>
                  </a:lnTo>
                  <a:lnTo>
                    <a:pt x="1495238" y="284681"/>
                  </a:lnTo>
                  <a:lnTo>
                    <a:pt x="1527840" y="323234"/>
                  </a:lnTo>
                  <a:lnTo>
                    <a:pt x="857239" y="85724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66663" y="2209205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90%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50900" y="4041778"/>
            <a:ext cx="3171825" cy="1905000"/>
            <a:chOff x="850900" y="4041778"/>
            <a:chExt cx="3171825" cy="1905000"/>
          </a:xfrm>
        </p:grpSpPr>
        <p:sp>
          <p:nvSpPr>
            <p:cNvPr id="24" name="object 24"/>
            <p:cNvSpPr/>
            <p:nvPr/>
          </p:nvSpPr>
          <p:spPr>
            <a:xfrm>
              <a:off x="850900" y="4041778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4137028"/>
              <a:ext cx="95250" cy="952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048000" y="4071941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04704" y="4132289"/>
            <a:ext cx="1518285" cy="866775"/>
            <a:chOff x="1504704" y="4132289"/>
            <a:chExt cx="1518285" cy="86677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289428"/>
              <a:ext cx="95250" cy="952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509466" y="4137051"/>
              <a:ext cx="1246505" cy="857250"/>
            </a:xfrm>
            <a:custGeom>
              <a:avLst/>
              <a:gdLst/>
              <a:ahLst/>
              <a:cxnLst/>
              <a:rect l="l" t="t" r="r" b="b"/>
              <a:pathLst>
                <a:path w="1246505" h="857250">
                  <a:moveTo>
                    <a:pt x="1246433" y="857226"/>
                  </a:moveTo>
                  <a:lnTo>
                    <a:pt x="389183" y="857226"/>
                  </a:lnTo>
                  <a:lnTo>
                    <a:pt x="0" y="93411"/>
                  </a:lnTo>
                  <a:lnTo>
                    <a:pt x="36986" y="75667"/>
                  </a:lnTo>
                  <a:lnTo>
                    <a:pt x="74782" y="59712"/>
                  </a:lnTo>
                  <a:lnTo>
                    <a:pt x="113299" y="45583"/>
                  </a:lnTo>
                  <a:lnTo>
                    <a:pt x="152443" y="33314"/>
                  </a:lnTo>
                  <a:lnTo>
                    <a:pt x="192130" y="22932"/>
                  </a:lnTo>
                  <a:lnTo>
                    <a:pt x="232272" y="14459"/>
                  </a:lnTo>
                  <a:lnTo>
                    <a:pt x="272773" y="7917"/>
                  </a:lnTo>
                  <a:lnTo>
                    <a:pt x="313537" y="3320"/>
                  </a:lnTo>
                  <a:lnTo>
                    <a:pt x="354475" y="679"/>
                  </a:lnTo>
                  <a:lnTo>
                    <a:pt x="395495" y="0"/>
                  </a:lnTo>
                  <a:lnTo>
                    <a:pt x="409168" y="209"/>
                  </a:lnTo>
                  <a:lnTo>
                    <a:pt x="450148" y="2147"/>
                  </a:lnTo>
                  <a:lnTo>
                    <a:pt x="490988" y="6043"/>
                  </a:lnTo>
                  <a:lnTo>
                    <a:pt x="531592" y="11888"/>
                  </a:lnTo>
                  <a:lnTo>
                    <a:pt x="571870" y="19669"/>
                  </a:lnTo>
                  <a:lnTo>
                    <a:pt x="611733" y="29368"/>
                  </a:lnTo>
                  <a:lnTo>
                    <a:pt x="651086" y="40964"/>
                  </a:lnTo>
                  <a:lnTo>
                    <a:pt x="689836" y="54428"/>
                  </a:lnTo>
                  <a:lnTo>
                    <a:pt x="727898" y="69730"/>
                  </a:lnTo>
                  <a:lnTo>
                    <a:pt x="765187" y="86838"/>
                  </a:lnTo>
                  <a:lnTo>
                    <a:pt x="801615" y="105709"/>
                  </a:lnTo>
                  <a:lnTo>
                    <a:pt x="837095" y="126301"/>
                  </a:lnTo>
                  <a:lnTo>
                    <a:pt x="871550" y="148565"/>
                  </a:lnTo>
                  <a:lnTo>
                    <a:pt x="904902" y="172455"/>
                  </a:lnTo>
                  <a:lnTo>
                    <a:pt x="937074" y="197914"/>
                  </a:lnTo>
                  <a:lnTo>
                    <a:pt x="967988" y="224880"/>
                  </a:lnTo>
                  <a:lnTo>
                    <a:pt x="997577" y="253294"/>
                  </a:lnTo>
                  <a:lnTo>
                    <a:pt x="1025775" y="283093"/>
                  </a:lnTo>
                  <a:lnTo>
                    <a:pt x="1052514" y="314208"/>
                  </a:lnTo>
                  <a:lnTo>
                    <a:pt x="1077733" y="346563"/>
                  </a:lnTo>
                  <a:lnTo>
                    <a:pt x="1101374" y="380088"/>
                  </a:lnTo>
                  <a:lnTo>
                    <a:pt x="1123387" y="414708"/>
                  </a:lnTo>
                  <a:lnTo>
                    <a:pt x="1143718" y="450342"/>
                  </a:lnTo>
                  <a:lnTo>
                    <a:pt x="1162319" y="486905"/>
                  </a:lnTo>
                  <a:lnTo>
                    <a:pt x="1179150" y="524316"/>
                  </a:lnTo>
                  <a:lnTo>
                    <a:pt x="1194174" y="562492"/>
                  </a:lnTo>
                  <a:lnTo>
                    <a:pt x="1207353" y="601344"/>
                  </a:lnTo>
                  <a:lnTo>
                    <a:pt x="1218657" y="640778"/>
                  </a:lnTo>
                  <a:lnTo>
                    <a:pt x="1228062" y="680708"/>
                  </a:lnTo>
                  <a:lnTo>
                    <a:pt x="1235547" y="721045"/>
                  </a:lnTo>
                  <a:lnTo>
                    <a:pt x="1241093" y="761695"/>
                  </a:lnTo>
                  <a:lnTo>
                    <a:pt x="1244688" y="802559"/>
                  </a:lnTo>
                  <a:lnTo>
                    <a:pt x="1246324" y="843549"/>
                  </a:lnTo>
                  <a:lnTo>
                    <a:pt x="1246433" y="857226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09466" y="4137051"/>
              <a:ext cx="1246505" cy="857250"/>
            </a:xfrm>
            <a:custGeom>
              <a:avLst/>
              <a:gdLst/>
              <a:ahLst/>
              <a:cxnLst/>
              <a:rect l="l" t="t" r="r" b="b"/>
              <a:pathLst>
                <a:path w="1246505" h="857250">
                  <a:moveTo>
                    <a:pt x="389183" y="857226"/>
                  </a:moveTo>
                  <a:lnTo>
                    <a:pt x="0" y="93411"/>
                  </a:lnTo>
                  <a:lnTo>
                    <a:pt x="12235" y="87299"/>
                  </a:lnTo>
                  <a:lnTo>
                    <a:pt x="24564" y="81384"/>
                  </a:lnTo>
                  <a:lnTo>
                    <a:pt x="62101" y="64828"/>
                  </a:lnTo>
                  <a:lnTo>
                    <a:pt x="100384" y="50088"/>
                  </a:lnTo>
                  <a:lnTo>
                    <a:pt x="139328" y="37196"/>
                  </a:lnTo>
                  <a:lnTo>
                    <a:pt x="178848" y="26181"/>
                  </a:lnTo>
                  <a:lnTo>
                    <a:pt x="218849" y="17069"/>
                  </a:lnTo>
                  <a:lnTo>
                    <a:pt x="259237" y="9882"/>
                  </a:lnTo>
                  <a:lnTo>
                    <a:pt x="299923" y="4636"/>
                  </a:lnTo>
                  <a:lnTo>
                    <a:pt x="340817" y="1342"/>
                  </a:lnTo>
                  <a:lnTo>
                    <a:pt x="381821" y="8"/>
                  </a:lnTo>
                  <a:lnTo>
                    <a:pt x="395495" y="0"/>
                  </a:lnTo>
                  <a:lnTo>
                    <a:pt x="409168" y="209"/>
                  </a:lnTo>
                  <a:lnTo>
                    <a:pt x="450148" y="2147"/>
                  </a:lnTo>
                  <a:lnTo>
                    <a:pt x="490988" y="6043"/>
                  </a:lnTo>
                  <a:lnTo>
                    <a:pt x="531592" y="11888"/>
                  </a:lnTo>
                  <a:lnTo>
                    <a:pt x="571870" y="19669"/>
                  </a:lnTo>
                  <a:lnTo>
                    <a:pt x="611733" y="29368"/>
                  </a:lnTo>
                  <a:lnTo>
                    <a:pt x="651086" y="40964"/>
                  </a:lnTo>
                  <a:lnTo>
                    <a:pt x="689836" y="54428"/>
                  </a:lnTo>
                  <a:lnTo>
                    <a:pt x="727898" y="69730"/>
                  </a:lnTo>
                  <a:lnTo>
                    <a:pt x="765187" y="86838"/>
                  </a:lnTo>
                  <a:lnTo>
                    <a:pt x="801615" y="105709"/>
                  </a:lnTo>
                  <a:lnTo>
                    <a:pt x="837095" y="126301"/>
                  </a:lnTo>
                  <a:lnTo>
                    <a:pt x="871550" y="148565"/>
                  </a:lnTo>
                  <a:lnTo>
                    <a:pt x="904902" y="172455"/>
                  </a:lnTo>
                  <a:lnTo>
                    <a:pt x="937074" y="197914"/>
                  </a:lnTo>
                  <a:lnTo>
                    <a:pt x="967988" y="224880"/>
                  </a:lnTo>
                  <a:lnTo>
                    <a:pt x="997577" y="253294"/>
                  </a:lnTo>
                  <a:lnTo>
                    <a:pt x="1025775" y="283093"/>
                  </a:lnTo>
                  <a:lnTo>
                    <a:pt x="1052514" y="314208"/>
                  </a:lnTo>
                  <a:lnTo>
                    <a:pt x="1077733" y="346563"/>
                  </a:lnTo>
                  <a:lnTo>
                    <a:pt x="1101374" y="380088"/>
                  </a:lnTo>
                  <a:lnTo>
                    <a:pt x="1123387" y="414708"/>
                  </a:lnTo>
                  <a:lnTo>
                    <a:pt x="1143718" y="450342"/>
                  </a:lnTo>
                  <a:lnTo>
                    <a:pt x="1162319" y="486905"/>
                  </a:lnTo>
                  <a:lnTo>
                    <a:pt x="1179150" y="524316"/>
                  </a:lnTo>
                  <a:lnTo>
                    <a:pt x="1194174" y="562492"/>
                  </a:lnTo>
                  <a:lnTo>
                    <a:pt x="1207353" y="601344"/>
                  </a:lnTo>
                  <a:lnTo>
                    <a:pt x="1218657" y="640778"/>
                  </a:lnTo>
                  <a:lnTo>
                    <a:pt x="1228062" y="680708"/>
                  </a:lnTo>
                  <a:lnTo>
                    <a:pt x="1235547" y="721045"/>
                  </a:lnTo>
                  <a:lnTo>
                    <a:pt x="1241093" y="761695"/>
                  </a:lnTo>
                  <a:lnTo>
                    <a:pt x="1244688" y="802559"/>
                  </a:lnTo>
                  <a:lnTo>
                    <a:pt x="1246324" y="843549"/>
                  </a:lnTo>
                  <a:lnTo>
                    <a:pt x="1246433" y="857226"/>
                  </a:lnTo>
                  <a:lnTo>
                    <a:pt x="389183" y="85722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096690" y="4365876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32.5%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36647" y="4225700"/>
            <a:ext cx="1724025" cy="1630680"/>
            <a:chOff x="1036647" y="4225700"/>
            <a:chExt cx="1724025" cy="1630680"/>
          </a:xfrm>
        </p:grpSpPr>
        <p:sp>
          <p:nvSpPr>
            <p:cNvPr id="33" name="object 33"/>
            <p:cNvSpPr/>
            <p:nvPr/>
          </p:nvSpPr>
          <p:spPr>
            <a:xfrm>
              <a:off x="1041410" y="4230463"/>
              <a:ext cx="1714500" cy="1621155"/>
            </a:xfrm>
            <a:custGeom>
              <a:avLst/>
              <a:gdLst/>
              <a:ahLst/>
              <a:cxnLst/>
              <a:rect l="l" t="t" r="r" b="b"/>
              <a:pathLst>
                <a:path w="1714500" h="1621154">
                  <a:moveTo>
                    <a:pt x="859348" y="1621062"/>
                  </a:moveTo>
                  <a:lnTo>
                    <a:pt x="802572" y="1619320"/>
                  </a:lnTo>
                  <a:lnTo>
                    <a:pt x="746037" y="1613822"/>
                  </a:lnTo>
                  <a:lnTo>
                    <a:pt x="689998" y="1604593"/>
                  </a:lnTo>
                  <a:lnTo>
                    <a:pt x="634694" y="1591674"/>
                  </a:lnTo>
                  <a:lnTo>
                    <a:pt x="580357" y="1575119"/>
                  </a:lnTo>
                  <a:lnTo>
                    <a:pt x="527237" y="1555001"/>
                  </a:lnTo>
                  <a:lnTo>
                    <a:pt x="475574" y="1531414"/>
                  </a:lnTo>
                  <a:lnTo>
                    <a:pt x="425585" y="1504458"/>
                  </a:lnTo>
                  <a:lnTo>
                    <a:pt x="377484" y="1474246"/>
                  </a:lnTo>
                  <a:lnTo>
                    <a:pt x="331489" y="1440915"/>
                  </a:lnTo>
                  <a:lnTo>
                    <a:pt x="287809" y="1404616"/>
                  </a:lnTo>
                  <a:lnTo>
                    <a:pt x="246628" y="1365506"/>
                  </a:lnTo>
                  <a:lnTo>
                    <a:pt x="208122" y="1323747"/>
                  </a:lnTo>
                  <a:lnTo>
                    <a:pt x="172466" y="1279530"/>
                  </a:lnTo>
                  <a:lnTo>
                    <a:pt x="139821" y="1233057"/>
                  </a:lnTo>
                  <a:lnTo>
                    <a:pt x="110325" y="1184524"/>
                  </a:lnTo>
                  <a:lnTo>
                    <a:pt x="84103" y="1134136"/>
                  </a:lnTo>
                  <a:lnTo>
                    <a:pt x="61276" y="1082122"/>
                  </a:lnTo>
                  <a:lnTo>
                    <a:pt x="41946" y="1028719"/>
                  </a:lnTo>
                  <a:lnTo>
                    <a:pt x="26195" y="974154"/>
                  </a:lnTo>
                  <a:lnTo>
                    <a:pt x="14089" y="918657"/>
                  </a:lnTo>
                  <a:lnTo>
                    <a:pt x="5686" y="862479"/>
                  </a:lnTo>
                  <a:lnTo>
                    <a:pt x="1022" y="805878"/>
                  </a:lnTo>
                  <a:lnTo>
                    <a:pt x="0" y="768023"/>
                  </a:lnTo>
                  <a:lnTo>
                    <a:pt x="116" y="749092"/>
                  </a:lnTo>
                  <a:lnTo>
                    <a:pt x="2972" y="692361"/>
                  </a:lnTo>
                  <a:lnTo>
                    <a:pt x="9580" y="635944"/>
                  </a:lnTo>
                  <a:lnTo>
                    <a:pt x="19907" y="580098"/>
                  </a:lnTo>
                  <a:lnTo>
                    <a:pt x="33909" y="525058"/>
                  </a:lnTo>
                  <a:lnTo>
                    <a:pt x="51528" y="471057"/>
                  </a:lnTo>
                  <a:lnTo>
                    <a:pt x="72685" y="418342"/>
                  </a:lnTo>
                  <a:lnTo>
                    <a:pt x="97282" y="367151"/>
                  </a:lnTo>
                  <a:lnTo>
                    <a:pt x="125214" y="317702"/>
                  </a:lnTo>
                  <a:lnTo>
                    <a:pt x="156365" y="270203"/>
                  </a:lnTo>
                  <a:lnTo>
                    <a:pt x="190593" y="224871"/>
                  </a:lnTo>
                  <a:lnTo>
                    <a:pt x="227742" y="181913"/>
                  </a:lnTo>
                  <a:lnTo>
                    <a:pt x="267653" y="141508"/>
                  </a:lnTo>
                  <a:lnTo>
                    <a:pt x="310159" y="103829"/>
                  </a:lnTo>
                  <a:lnTo>
                    <a:pt x="355068" y="69047"/>
                  </a:lnTo>
                  <a:lnTo>
                    <a:pt x="402173" y="37322"/>
                  </a:lnTo>
                  <a:lnTo>
                    <a:pt x="451276" y="8784"/>
                  </a:lnTo>
                  <a:lnTo>
                    <a:pt x="468056" y="0"/>
                  </a:lnTo>
                  <a:lnTo>
                    <a:pt x="857239" y="763815"/>
                  </a:lnTo>
                  <a:lnTo>
                    <a:pt x="1714489" y="763815"/>
                  </a:lnTo>
                  <a:lnTo>
                    <a:pt x="1712609" y="820577"/>
                  </a:lnTo>
                  <a:lnTo>
                    <a:pt x="1706972" y="877099"/>
                  </a:lnTo>
                  <a:lnTo>
                    <a:pt x="1697604" y="933124"/>
                  </a:lnTo>
                  <a:lnTo>
                    <a:pt x="1684549" y="988396"/>
                  </a:lnTo>
                  <a:lnTo>
                    <a:pt x="1667863" y="1042683"/>
                  </a:lnTo>
                  <a:lnTo>
                    <a:pt x="1647616" y="1095754"/>
                  </a:lnTo>
                  <a:lnTo>
                    <a:pt x="1623898" y="1147368"/>
                  </a:lnTo>
                  <a:lnTo>
                    <a:pt x="1596819" y="1197290"/>
                  </a:lnTo>
                  <a:lnTo>
                    <a:pt x="1566494" y="1245309"/>
                  </a:lnTo>
                  <a:lnTo>
                    <a:pt x="1533050" y="1291223"/>
                  </a:lnTo>
                  <a:lnTo>
                    <a:pt x="1496639" y="1334820"/>
                  </a:lnTo>
                  <a:lnTo>
                    <a:pt x="1457427" y="1375904"/>
                  </a:lnTo>
                  <a:lnTo>
                    <a:pt x="1415581" y="1414302"/>
                  </a:lnTo>
                  <a:lnTo>
                    <a:pt x="1371277" y="1449850"/>
                  </a:lnTo>
                  <a:lnTo>
                    <a:pt x="1324716" y="1482386"/>
                  </a:lnTo>
                  <a:lnTo>
                    <a:pt x="1276110" y="1511762"/>
                  </a:lnTo>
                  <a:lnTo>
                    <a:pt x="1225666" y="1537856"/>
                  </a:lnTo>
                  <a:lnTo>
                    <a:pt x="1173597" y="1560556"/>
                  </a:lnTo>
                  <a:lnTo>
                    <a:pt x="1120138" y="1579757"/>
                  </a:lnTo>
                  <a:lnTo>
                    <a:pt x="1065534" y="1595374"/>
                  </a:lnTo>
                  <a:lnTo>
                    <a:pt x="1010016" y="1607342"/>
                  </a:lnTo>
                  <a:lnTo>
                    <a:pt x="953818" y="1615607"/>
                  </a:lnTo>
                  <a:lnTo>
                    <a:pt x="897197" y="1620133"/>
                  </a:lnTo>
                  <a:lnTo>
                    <a:pt x="878277" y="1620807"/>
                  </a:lnTo>
                  <a:lnTo>
                    <a:pt x="859348" y="1621062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41410" y="4230463"/>
              <a:ext cx="1714500" cy="1621155"/>
            </a:xfrm>
            <a:custGeom>
              <a:avLst/>
              <a:gdLst/>
              <a:ahLst/>
              <a:cxnLst/>
              <a:rect l="l" t="t" r="r" b="b"/>
              <a:pathLst>
                <a:path w="1714500" h="1621154">
                  <a:moveTo>
                    <a:pt x="857239" y="763815"/>
                  </a:moveTo>
                  <a:lnTo>
                    <a:pt x="1714489" y="763815"/>
                  </a:lnTo>
                  <a:lnTo>
                    <a:pt x="1714281" y="782754"/>
                  </a:lnTo>
                  <a:lnTo>
                    <a:pt x="1713654" y="801675"/>
                  </a:lnTo>
                  <a:lnTo>
                    <a:pt x="1709266" y="858307"/>
                  </a:lnTo>
                  <a:lnTo>
                    <a:pt x="1701139" y="914516"/>
                  </a:lnTo>
                  <a:lnTo>
                    <a:pt x="1689309" y="970064"/>
                  </a:lnTo>
                  <a:lnTo>
                    <a:pt x="1673824" y="1024715"/>
                  </a:lnTo>
                  <a:lnTo>
                    <a:pt x="1654753" y="1078220"/>
                  </a:lnTo>
                  <a:lnTo>
                    <a:pt x="1632185" y="1130337"/>
                  </a:lnTo>
                  <a:lnTo>
                    <a:pt x="1606215" y="1180844"/>
                  </a:lnTo>
                  <a:lnTo>
                    <a:pt x="1576954" y="1229530"/>
                  </a:lnTo>
                  <a:lnTo>
                    <a:pt x="1544532" y="1276171"/>
                  </a:lnTo>
                  <a:lnTo>
                    <a:pt x="1509098" y="1320554"/>
                  </a:lnTo>
                  <a:lnTo>
                    <a:pt x="1470803" y="1362495"/>
                  </a:lnTo>
                  <a:lnTo>
                    <a:pt x="1429809" y="1401814"/>
                  </a:lnTo>
                  <a:lnTo>
                    <a:pt x="1386301" y="1438331"/>
                  </a:lnTo>
                  <a:lnTo>
                    <a:pt x="1340477" y="1471882"/>
                  </a:lnTo>
                  <a:lnTo>
                    <a:pt x="1292532" y="1502326"/>
                  </a:lnTo>
                  <a:lnTo>
                    <a:pt x="1242669" y="1529532"/>
                  </a:lnTo>
                  <a:lnTo>
                    <a:pt x="1191113" y="1553376"/>
                  </a:lnTo>
                  <a:lnTo>
                    <a:pt x="1138101" y="1573750"/>
                  </a:lnTo>
                  <a:lnTo>
                    <a:pt x="1083855" y="1590570"/>
                  </a:lnTo>
                  <a:lnTo>
                    <a:pt x="1028606" y="1603762"/>
                  </a:lnTo>
                  <a:lnTo>
                    <a:pt x="972604" y="1613267"/>
                  </a:lnTo>
                  <a:lnTo>
                    <a:pt x="916105" y="1619041"/>
                  </a:lnTo>
                  <a:lnTo>
                    <a:pt x="859348" y="1621062"/>
                  </a:lnTo>
                  <a:lnTo>
                    <a:pt x="840408" y="1620899"/>
                  </a:lnTo>
                  <a:lnTo>
                    <a:pt x="783694" y="1617904"/>
                  </a:lnTo>
                  <a:lnTo>
                    <a:pt x="727294" y="1611159"/>
                  </a:lnTo>
                  <a:lnTo>
                    <a:pt x="671464" y="1600693"/>
                  </a:lnTo>
                  <a:lnTo>
                    <a:pt x="616458" y="1586555"/>
                  </a:lnTo>
                  <a:lnTo>
                    <a:pt x="562510" y="1568807"/>
                  </a:lnTo>
                  <a:lnTo>
                    <a:pt x="509846" y="1547522"/>
                  </a:lnTo>
                  <a:lnTo>
                    <a:pt x="458708" y="1522795"/>
                  </a:lnTo>
                  <a:lnTo>
                    <a:pt x="409328" y="1494741"/>
                  </a:lnTo>
                  <a:lnTo>
                    <a:pt x="361913" y="1463479"/>
                  </a:lnTo>
                  <a:lnTo>
                    <a:pt x="316665" y="1429140"/>
                  </a:lnTo>
                  <a:lnTo>
                    <a:pt x="273791" y="1391880"/>
                  </a:lnTo>
                  <a:lnTo>
                    <a:pt x="233485" y="1351869"/>
                  </a:lnTo>
                  <a:lnTo>
                    <a:pt x="195916" y="1309277"/>
                  </a:lnTo>
                  <a:lnTo>
                    <a:pt x="161244" y="1264283"/>
                  </a:lnTo>
                  <a:lnTo>
                    <a:pt x="129629" y="1217093"/>
                  </a:lnTo>
                  <a:lnTo>
                    <a:pt x="101212" y="1167920"/>
                  </a:lnTo>
                  <a:lnTo>
                    <a:pt x="76114" y="1116973"/>
                  </a:lnTo>
                  <a:lnTo>
                    <a:pt x="54441" y="1064468"/>
                  </a:lnTo>
                  <a:lnTo>
                    <a:pt x="36293" y="1010643"/>
                  </a:lnTo>
                  <a:lnTo>
                    <a:pt x="21751" y="955743"/>
                  </a:lnTo>
                  <a:lnTo>
                    <a:pt x="10876" y="900000"/>
                  </a:lnTo>
                  <a:lnTo>
                    <a:pt x="3715" y="843651"/>
                  </a:lnTo>
                  <a:lnTo>
                    <a:pt x="302" y="786951"/>
                  </a:lnTo>
                  <a:lnTo>
                    <a:pt x="0" y="768023"/>
                  </a:lnTo>
                  <a:lnTo>
                    <a:pt x="116" y="749092"/>
                  </a:lnTo>
                  <a:lnTo>
                    <a:pt x="2972" y="692361"/>
                  </a:lnTo>
                  <a:lnTo>
                    <a:pt x="9580" y="635944"/>
                  </a:lnTo>
                  <a:lnTo>
                    <a:pt x="19907" y="580098"/>
                  </a:lnTo>
                  <a:lnTo>
                    <a:pt x="33909" y="525058"/>
                  </a:lnTo>
                  <a:lnTo>
                    <a:pt x="51528" y="471057"/>
                  </a:lnTo>
                  <a:lnTo>
                    <a:pt x="72685" y="418342"/>
                  </a:lnTo>
                  <a:lnTo>
                    <a:pt x="97282" y="367151"/>
                  </a:lnTo>
                  <a:lnTo>
                    <a:pt x="125214" y="317702"/>
                  </a:lnTo>
                  <a:lnTo>
                    <a:pt x="156365" y="270203"/>
                  </a:lnTo>
                  <a:lnTo>
                    <a:pt x="190593" y="224871"/>
                  </a:lnTo>
                  <a:lnTo>
                    <a:pt x="227742" y="181913"/>
                  </a:lnTo>
                  <a:lnTo>
                    <a:pt x="267653" y="141508"/>
                  </a:lnTo>
                  <a:lnTo>
                    <a:pt x="310159" y="103829"/>
                  </a:lnTo>
                  <a:lnTo>
                    <a:pt x="355068" y="69047"/>
                  </a:lnTo>
                  <a:lnTo>
                    <a:pt x="402173" y="37322"/>
                  </a:lnTo>
                  <a:lnTo>
                    <a:pt x="451276" y="8784"/>
                  </a:lnTo>
                  <a:lnTo>
                    <a:pt x="468056" y="0"/>
                  </a:lnTo>
                  <a:lnTo>
                    <a:pt x="857239" y="76381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417885" y="5473307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67.5%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50900" y="6727828"/>
            <a:ext cx="3171825" cy="1905000"/>
            <a:chOff x="850900" y="6727828"/>
            <a:chExt cx="3171825" cy="1905000"/>
          </a:xfrm>
        </p:grpSpPr>
        <p:sp>
          <p:nvSpPr>
            <p:cNvPr id="39" name="object 39"/>
            <p:cNvSpPr/>
            <p:nvPr/>
          </p:nvSpPr>
          <p:spPr>
            <a:xfrm>
              <a:off x="850900" y="6727828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6823078"/>
              <a:ext cx="95250" cy="9524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048000" y="6757991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893887" y="6975478"/>
            <a:ext cx="1129030" cy="1473835"/>
            <a:chOff x="1893887" y="6975478"/>
            <a:chExt cx="1129030" cy="1473835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6975478"/>
              <a:ext cx="95250" cy="952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98650" y="7680328"/>
              <a:ext cx="857250" cy="763905"/>
            </a:xfrm>
            <a:custGeom>
              <a:avLst/>
              <a:gdLst/>
              <a:ahLst/>
              <a:cxnLst/>
              <a:rect l="l" t="t" r="r" b="b"/>
              <a:pathLst>
                <a:path w="857250" h="763904">
                  <a:moveTo>
                    <a:pt x="389183" y="763815"/>
                  </a:moveTo>
                  <a:lnTo>
                    <a:pt x="0" y="0"/>
                  </a:lnTo>
                  <a:lnTo>
                    <a:pt x="857250" y="0"/>
                  </a:lnTo>
                  <a:lnTo>
                    <a:pt x="855228" y="58866"/>
                  </a:lnTo>
                  <a:lnTo>
                    <a:pt x="849165" y="117453"/>
                  </a:lnTo>
                  <a:lnTo>
                    <a:pt x="839098" y="175487"/>
                  </a:lnTo>
                  <a:lnTo>
                    <a:pt x="825064" y="232692"/>
                  </a:lnTo>
                  <a:lnTo>
                    <a:pt x="807140" y="288799"/>
                  </a:lnTo>
                  <a:lnTo>
                    <a:pt x="785402" y="343541"/>
                  </a:lnTo>
                  <a:lnTo>
                    <a:pt x="759959" y="396664"/>
                  </a:lnTo>
                  <a:lnTo>
                    <a:pt x="730925" y="447911"/>
                  </a:lnTo>
                  <a:lnTo>
                    <a:pt x="698445" y="497047"/>
                  </a:lnTo>
                  <a:lnTo>
                    <a:pt x="662663" y="543833"/>
                  </a:lnTo>
                  <a:lnTo>
                    <a:pt x="623756" y="588055"/>
                  </a:lnTo>
                  <a:lnTo>
                    <a:pt x="581901" y="629497"/>
                  </a:lnTo>
                  <a:lnTo>
                    <a:pt x="537303" y="667972"/>
                  </a:lnTo>
                  <a:lnTo>
                    <a:pt x="490165" y="703289"/>
                  </a:lnTo>
                  <a:lnTo>
                    <a:pt x="440715" y="735289"/>
                  </a:lnTo>
                  <a:lnTo>
                    <a:pt x="389183" y="763815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98650" y="7680328"/>
              <a:ext cx="857250" cy="763905"/>
            </a:xfrm>
            <a:custGeom>
              <a:avLst/>
              <a:gdLst/>
              <a:ahLst/>
              <a:cxnLst/>
              <a:rect l="l" t="t" r="r" b="b"/>
              <a:pathLst>
                <a:path w="857250" h="763904">
                  <a:moveTo>
                    <a:pt x="0" y="0"/>
                  </a:moveTo>
                  <a:lnTo>
                    <a:pt x="857250" y="0"/>
                  </a:lnTo>
                  <a:lnTo>
                    <a:pt x="856744" y="29467"/>
                  </a:lnTo>
                  <a:lnTo>
                    <a:pt x="852702" y="88194"/>
                  </a:lnTo>
                  <a:lnTo>
                    <a:pt x="844627" y="146574"/>
                  </a:lnTo>
                  <a:lnTo>
                    <a:pt x="832577" y="204193"/>
                  </a:lnTo>
                  <a:lnTo>
                    <a:pt x="816579" y="260916"/>
                  </a:lnTo>
                  <a:lnTo>
                    <a:pt x="796748" y="316341"/>
                  </a:lnTo>
                  <a:lnTo>
                    <a:pt x="773129" y="370337"/>
                  </a:lnTo>
                  <a:lnTo>
                    <a:pt x="745891" y="422522"/>
                  </a:lnTo>
                  <a:lnTo>
                    <a:pt x="715098" y="472773"/>
                  </a:lnTo>
                  <a:lnTo>
                    <a:pt x="680966" y="520734"/>
                  </a:lnTo>
                  <a:lnTo>
                    <a:pt x="643578" y="566291"/>
                  </a:lnTo>
                  <a:lnTo>
                    <a:pt x="603197" y="609124"/>
                  </a:lnTo>
                  <a:lnTo>
                    <a:pt x="559920" y="649129"/>
                  </a:lnTo>
                  <a:lnTo>
                    <a:pt x="514051" y="686025"/>
                  </a:lnTo>
                  <a:lnTo>
                    <a:pt x="465700" y="719723"/>
                  </a:lnTo>
                  <a:lnTo>
                    <a:pt x="415209" y="749986"/>
                  </a:lnTo>
                  <a:lnTo>
                    <a:pt x="389183" y="763815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291953" y="7933287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17.5%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36643" y="6818326"/>
            <a:ext cx="1724025" cy="1724025"/>
            <a:chOff x="1036643" y="6818326"/>
            <a:chExt cx="1724025" cy="1724025"/>
          </a:xfrm>
        </p:grpSpPr>
        <p:sp>
          <p:nvSpPr>
            <p:cNvPr id="48" name="object 48"/>
            <p:cNvSpPr/>
            <p:nvPr/>
          </p:nvSpPr>
          <p:spPr>
            <a:xfrm>
              <a:off x="1041441" y="6823088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67728" y="1714425"/>
                  </a:moveTo>
                  <a:lnTo>
                    <a:pt x="821450" y="1713743"/>
                  </a:lnTo>
                  <a:lnTo>
                    <a:pt x="775277" y="1710565"/>
                  </a:lnTo>
                  <a:lnTo>
                    <a:pt x="729342" y="1704899"/>
                  </a:lnTo>
                  <a:lnTo>
                    <a:pt x="683780" y="1696763"/>
                  </a:lnTo>
                  <a:lnTo>
                    <a:pt x="638724" y="1686180"/>
                  </a:lnTo>
                  <a:lnTo>
                    <a:pt x="594305" y="1673180"/>
                  </a:lnTo>
                  <a:lnTo>
                    <a:pt x="550652" y="1657802"/>
                  </a:lnTo>
                  <a:lnTo>
                    <a:pt x="507892" y="1640090"/>
                  </a:lnTo>
                  <a:lnTo>
                    <a:pt x="466151" y="1620097"/>
                  </a:lnTo>
                  <a:lnTo>
                    <a:pt x="425550" y="1597880"/>
                  </a:lnTo>
                  <a:lnTo>
                    <a:pt x="386206" y="1573504"/>
                  </a:lnTo>
                  <a:lnTo>
                    <a:pt x="348236" y="1547040"/>
                  </a:lnTo>
                  <a:lnTo>
                    <a:pt x="311749" y="1518565"/>
                  </a:lnTo>
                  <a:lnTo>
                    <a:pt x="276853" y="1488163"/>
                  </a:lnTo>
                  <a:lnTo>
                    <a:pt x="243648" y="1455922"/>
                  </a:lnTo>
                  <a:lnTo>
                    <a:pt x="212231" y="1421936"/>
                  </a:lnTo>
                  <a:lnTo>
                    <a:pt x="182694" y="1386303"/>
                  </a:lnTo>
                  <a:lnTo>
                    <a:pt x="155124" y="1349129"/>
                  </a:lnTo>
                  <a:lnTo>
                    <a:pt x="129600" y="1310521"/>
                  </a:lnTo>
                  <a:lnTo>
                    <a:pt x="106197" y="1270591"/>
                  </a:lnTo>
                  <a:lnTo>
                    <a:pt x="84983" y="1229456"/>
                  </a:lnTo>
                  <a:lnTo>
                    <a:pt x="66020" y="1187237"/>
                  </a:lnTo>
                  <a:lnTo>
                    <a:pt x="49363" y="1144056"/>
                  </a:lnTo>
                  <a:lnTo>
                    <a:pt x="35061" y="1100039"/>
                  </a:lnTo>
                  <a:lnTo>
                    <a:pt x="23155" y="1055313"/>
                  </a:lnTo>
                  <a:lnTo>
                    <a:pt x="13681" y="1010011"/>
                  </a:lnTo>
                  <a:lnTo>
                    <a:pt x="6665" y="964263"/>
                  </a:lnTo>
                  <a:lnTo>
                    <a:pt x="2129" y="918204"/>
                  </a:lnTo>
                  <a:lnTo>
                    <a:pt x="85" y="871966"/>
                  </a:lnTo>
                  <a:lnTo>
                    <a:pt x="0" y="848823"/>
                  </a:lnTo>
                  <a:lnTo>
                    <a:pt x="539" y="825686"/>
                  </a:lnTo>
                  <a:lnTo>
                    <a:pt x="3490" y="779497"/>
                  </a:lnTo>
                  <a:lnTo>
                    <a:pt x="8930" y="733536"/>
                  </a:lnTo>
                  <a:lnTo>
                    <a:pt x="16843" y="687935"/>
                  </a:lnTo>
                  <a:lnTo>
                    <a:pt x="27205" y="642827"/>
                  </a:lnTo>
                  <a:lnTo>
                    <a:pt x="39987" y="598344"/>
                  </a:lnTo>
                  <a:lnTo>
                    <a:pt x="55150" y="554616"/>
                  </a:lnTo>
                  <a:lnTo>
                    <a:pt x="72652" y="511770"/>
                  </a:lnTo>
                  <a:lnTo>
                    <a:pt x="92440" y="469931"/>
                  </a:lnTo>
                  <a:lnTo>
                    <a:pt x="114458" y="429221"/>
                  </a:lnTo>
                  <a:lnTo>
                    <a:pt x="138640" y="389759"/>
                  </a:lnTo>
                  <a:lnTo>
                    <a:pt x="164917" y="351659"/>
                  </a:lnTo>
                  <a:lnTo>
                    <a:pt x="193212" y="315033"/>
                  </a:lnTo>
                  <a:lnTo>
                    <a:pt x="223443" y="279988"/>
                  </a:lnTo>
                  <a:lnTo>
                    <a:pt x="255521" y="246625"/>
                  </a:lnTo>
                  <a:lnTo>
                    <a:pt x="289352" y="215042"/>
                  </a:lnTo>
                  <a:lnTo>
                    <a:pt x="324839" y="185331"/>
                  </a:lnTo>
                  <a:lnTo>
                    <a:pt x="361878" y="157578"/>
                  </a:lnTo>
                  <a:lnTo>
                    <a:pt x="400361" y="131865"/>
                  </a:lnTo>
                  <a:lnTo>
                    <a:pt x="440175" y="108266"/>
                  </a:lnTo>
                  <a:lnTo>
                    <a:pt x="481205" y="86850"/>
                  </a:lnTo>
                  <a:lnTo>
                    <a:pt x="523330" y="67680"/>
                  </a:lnTo>
                  <a:lnTo>
                    <a:pt x="566429" y="50812"/>
                  </a:lnTo>
                  <a:lnTo>
                    <a:pt x="610376" y="36294"/>
                  </a:lnTo>
                  <a:lnTo>
                    <a:pt x="655042" y="24169"/>
                  </a:lnTo>
                  <a:lnTo>
                    <a:pt x="700297" y="14472"/>
                  </a:lnTo>
                  <a:lnTo>
                    <a:pt x="746010" y="7232"/>
                  </a:lnTo>
                  <a:lnTo>
                    <a:pt x="792047" y="2469"/>
                  </a:lnTo>
                  <a:lnTo>
                    <a:pt x="838274" y="198"/>
                  </a:lnTo>
                  <a:lnTo>
                    <a:pt x="861416" y="0"/>
                  </a:lnTo>
                  <a:lnTo>
                    <a:pt x="884556" y="425"/>
                  </a:lnTo>
                  <a:lnTo>
                    <a:pt x="930758" y="3150"/>
                  </a:lnTo>
                  <a:lnTo>
                    <a:pt x="976746" y="8364"/>
                  </a:lnTo>
                  <a:lnTo>
                    <a:pt x="1022385" y="16053"/>
                  </a:lnTo>
                  <a:lnTo>
                    <a:pt x="1067543" y="26194"/>
                  </a:lnTo>
                  <a:lnTo>
                    <a:pt x="1112088" y="38757"/>
                  </a:lnTo>
                  <a:lnTo>
                    <a:pt x="1155890" y="53705"/>
                  </a:lnTo>
                  <a:lnTo>
                    <a:pt x="1198821" y="70996"/>
                  </a:lnTo>
                  <a:lnTo>
                    <a:pt x="1240757" y="90579"/>
                  </a:lnTo>
                  <a:lnTo>
                    <a:pt x="1281574" y="112396"/>
                  </a:lnTo>
                  <a:lnTo>
                    <a:pt x="1321155" y="136385"/>
                  </a:lnTo>
                  <a:lnTo>
                    <a:pt x="1359383" y="162475"/>
                  </a:lnTo>
                  <a:lnTo>
                    <a:pt x="1396148" y="190590"/>
                  </a:lnTo>
                  <a:lnTo>
                    <a:pt x="1431341" y="220648"/>
                  </a:lnTo>
                  <a:lnTo>
                    <a:pt x="1464861" y="252561"/>
                  </a:lnTo>
                  <a:lnTo>
                    <a:pt x="1496610" y="286238"/>
                  </a:lnTo>
                  <a:lnTo>
                    <a:pt x="1526495" y="321578"/>
                  </a:lnTo>
                  <a:lnTo>
                    <a:pt x="1554429" y="358480"/>
                  </a:lnTo>
                  <a:lnTo>
                    <a:pt x="1580331" y="396836"/>
                  </a:lnTo>
                  <a:lnTo>
                    <a:pt x="1604125" y="436534"/>
                  </a:lnTo>
                  <a:lnTo>
                    <a:pt x="1625742" y="477458"/>
                  </a:lnTo>
                  <a:lnTo>
                    <a:pt x="1645118" y="519489"/>
                  </a:lnTo>
                  <a:lnTo>
                    <a:pt x="1662198" y="562505"/>
                  </a:lnTo>
                  <a:lnTo>
                    <a:pt x="1676932" y="606380"/>
                  </a:lnTo>
                  <a:lnTo>
                    <a:pt x="1689276" y="650986"/>
                  </a:lnTo>
                  <a:lnTo>
                    <a:pt x="1699195" y="696193"/>
                  </a:lnTo>
                  <a:lnTo>
                    <a:pt x="1706659" y="741870"/>
                  </a:lnTo>
                  <a:lnTo>
                    <a:pt x="1711648" y="787883"/>
                  </a:lnTo>
                  <a:lnTo>
                    <a:pt x="1714146" y="834098"/>
                  </a:lnTo>
                  <a:lnTo>
                    <a:pt x="1714458" y="857239"/>
                  </a:lnTo>
                  <a:lnTo>
                    <a:pt x="857208" y="857239"/>
                  </a:lnTo>
                  <a:lnTo>
                    <a:pt x="1246391" y="1621054"/>
                  </a:lnTo>
                  <a:lnTo>
                    <a:pt x="1204601" y="1640945"/>
                  </a:lnTo>
                  <a:lnTo>
                    <a:pt x="1161798" y="1658552"/>
                  </a:lnTo>
                  <a:lnTo>
                    <a:pt x="1118107" y="1673822"/>
                  </a:lnTo>
                  <a:lnTo>
                    <a:pt x="1073656" y="1686713"/>
                  </a:lnTo>
                  <a:lnTo>
                    <a:pt x="1028574" y="1697186"/>
                  </a:lnTo>
                  <a:lnTo>
                    <a:pt x="982993" y="1705210"/>
                  </a:lnTo>
                  <a:lnTo>
                    <a:pt x="937044" y="1710763"/>
                  </a:lnTo>
                  <a:lnTo>
                    <a:pt x="890863" y="1713828"/>
                  </a:lnTo>
                  <a:lnTo>
                    <a:pt x="867728" y="1714425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41405" y="6823088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44" y="857239"/>
                  </a:moveTo>
                  <a:lnTo>
                    <a:pt x="1246427" y="1621054"/>
                  </a:lnTo>
                  <a:lnTo>
                    <a:pt x="1204637" y="1640945"/>
                  </a:lnTo>
                  <a:lnTo>
                    <a:pt x="1161834" y="1658552"/>
                  </a:lnTo>
                  <a:lnTo>
                    <a:pt x="1118143" y="1673822"/>
                  </a:lnTo>
                  <a:lnTo>
                    <a:pt x="1073692" y="1686713"/>
                  </a:lnTo>
                  <a:lnTo>
                    <a:pt x="1028610" y="1697186"/>
                  </a:lnTo>
                  <a:lnTo>
                    <a:pt x="983028" y="1705210"/>
                  </a:lnTo>
                  <a:lnTo>
                    <a:pt x="937080" y="1710763"/>
                  </a:lnTo>
                  <a:lnTo>
                    <a:pt x="890899" y="1713828"/>
                  </a:lnTo>
                  <a:lnTo>
                    <a:pt x="856192" y="1714488"/>
                  </a:lnTo>
                  <a:lnTo>
                    <a:pt x="844620" y="1714396"/>
                  </a:lnTo>
                  <a:lnTo>
                    <a:pt x="798378" y="1712466"/>
                  </a:lnTo>
                  <a:lnTo>
                    <a:pt x="752307" y="1708042"/>
                  </a:lnTo>
                  <a:lnTo>
                    <a:pt x="706542" y="1701139"/>
                  </a:lnTo>
                  <a:lnTo>
                    <a:pt x="661217" y="1691775"/>
                  </a:lnTo>
                  <a:lnTo>
                    <a:pt x="616462" y="1679980"/>
                  </a:lnTo>
                  <a:lnTo>
                    <a:pt x="572410" y="1665786"/>
                  </a:lnTo>
                  <a:lnTo>
                    <a:pt x="529188" y="1649235"/>
                  </a:lnTo>
                  <a:lnTo>
                    <a:pt x="486922" y="1630375"/>
                  </a:lnTo>
                  <a:lnTo>
                    <a:pt x="445736" y="1609263"/>
                  </a:lnTo>
                  <a:lnTo>
                    <a:pt x="405749" y="1585957"/>
                  </a:lnTo>
                  <a:lnTo>
                    <a:pt x="367078" y="1560528"/>
                  </a:lnTo>
                  <a:lnTo>
                    <a:pt x="329836" y="1533049"/>
                  </a:lnTo>
                  <a:lnTo>
                    <a:pt x="294131" y="1503600"/>
                  </a:lnTo>
                  <a:lnTo>
                    <a:pt x="260068" y="1472267"/>
                  </a:lnTo>
                  <a:lnTo>
                    <a:pt x="227746" y="1439141"/>
                  </a:lnTo>
                  <a:lnTo>
                    <a:pt x="197258" y="1404319"/>
                  </a:lnTo>
                  <a:lnTo>
                    <a:pt x="168694" y="1367902"/>
                  </a:lnTo>
                  <a:lnTo>
                    <a:pt x="142137" y="1329997"/>
                  </a:lnTo>
                  <a:lnTo>
                    <a:pt x="117665" y="1290714"/>
                  </a:lnTo>
                  <a:lnTo>
                    <a:pt x="95348" y="1250167"/>
                  </a:lnTo>
                  <a:lnTo>
                    <a:pt x="75252" y="1208475"/>
                  </a:lnTo>
                  <a:lnTo>
                    <a:pt x="57436" y="1165759"/>
                  </a:lnTo>
                  <a:lnTo>
                    <a:pt x="41950" y="1122144"/>
                  </a:lnTo>
                  <a:lnTo>
                    <a:pt x="28842" y="1077756"/>
                  </a:lnTo>
                  <a:lnTo>
                    <a:pt x="18148" y="1032726"/>
                  </a:lnTo>
                  <a:lnTo>
                    <a:pt x="9900" y="987184"/>
                  </a:lnTo>
                  <a:lnTo>
                    <a:pt x="4122" y="941264"/>
                  </a:lnTo>
                  <a:lnTo>
                    <a:pt x="830" y="895099"/>
                  </a:lnTo>
                  <a:lnTo>
                    <a:pt x="0" y="860396"/>
                  </a:lnTo>
                  <a:lnTo>
                    <a:pt x="35" y="848823"/>
                  </a:lnTo>
                  <a:lnTo>
                    <a:pt x="1739" y="802572"/>
                  </a:lnTo>
                  <a:lnTo>
                    <a:pt x="5936" y="756480"/>
                  </a:lnTo>
                  <a:lnTo>
                    <a:pt x="12615" y="710682"/>
                  </a:lnTo>
                  <a:lnTo>
                    <a:pt x="21755" y="665311"/>
                  </a:lnTo>
                  <a:lnTo>
                    <a:pt x="33331" y="620499"/>
                  </a:lnTo>
                  <a:lnTo>
                    <a:pt x="47309" y="576378"/>
                  </a:lnTo>
                  <a:lnTo>
                    <a:pt x="63647" y="533075"/>
                  </a:lnTo>
                  <a:lnTo>
                    <a:pt x="82299" y="490717"/>
                  </a:lnTo>
                  <a:lnTo>
                    <a:pt x="103210" y="449428"/>
                  </a:lnTo>
                  <a:lnTo>
                    <a:pt x="126318" y="409327"/>
                  </a:lnTo>
                  <a:lnTo>
                    <a:pt x="151557" y="370532"/>
                  </a:lnTo>
                  <a:lnTo>
                    <a:pt x="178853" y="333155"/>
                  </a:lnTo>
                  <a:lnTo>
                    <a:pt x="208127" y="297307"/>
                  </a:lnTo>
                  <a:lnTo>
                    <a:pt x="239292" y="263090"/>
                  </a:lnTo>
                  <a:lnTo>
                    <a:pt x="272259" y="230605"/>
                  </a:lnTo>
                  <a:lnTo>
                    <a:pt x="306931" y="199947"/>
                  </a:lnTo>
                  <a:lnTo>
                    <a:pt x="343207" y="171204"/>
                  </a:lnTo>
                  <a:lnTo>
                    <a:pt x="380981" y="144462"/>
                  </a:lnTo>
                  <a:lnTo>
                    <a:pt x="420144" y="119797"/>
                  </a:lnTo>
                  <a:lnTo>
                    <a:pt x="460581" y="97281"/>
                  </a:lnTo>
                  <a:lnTo>
                    <a:pt x="502174" y="76981"/>
                  </a:lnTo>
                  <a:lnTo>
                    <a:pt x="544802" y="58955"/>
                  </a:lnTo>
                  <a:lnTo>
                    <a:pt x="588340" y="43256"/>
                  </a:lnTo>
                  <a:lnTo>
                    <a:pt x="632663" y="29930"/>
                  </a:lnTo>
                  <a:lnTo>
                    <a:pt x="677640" y="19015"/>
                  </a:lnTo>
                  <a:lnTo>
                    <a:pt x="723141" y="10543"/>
                  </a:lnTo>
                  <a:lnTo>
                    <a:pt x="769032" y="4540"/>
                  </a:lnTo>
                  <a:lnTo>
                    <a:pt x="815181" y="1022"/>
                  </a:lnTo>
                  <a:lnTo>
                    <a:pt x="861452" y="0"/>
                  </a:lnTo>
                  <a:lnTo>
                    <a:pt x="873024" y="134"/>
                  </a:lnTo>
                  <a:lnTo>
                    <a:pt x="919259" y="2235"/>
                  </a:lnTo>
                  <a:lnTo>
                    <a:pt x="965313" y="6828"/>
                  </a:lnTo>
                  <a:lnTo>
                    <a:pt x="1011052" y="13900"/>
                  </a:lnTo>
                  <a:lnTo>
                    <a:pt x="1056343" y="23430"/>
                  </a:lnTo>
                  <a:lnTo>
                    <a:pt x="1101053" y="35391"/>
                  </a:lnTo>
                  <a:lnTo>
                    <a:pt x="1145053" y="49747"/>
                  </a:lnTo>
                  <a:lnTo>
                    <a:pt x="1188213" y="66457"/>
                  </a:lnTo>
                  <a:lnTo>
                    <a:pt x="1230410" y="85472"/>
                  </a:lnTo>
                  <a:lnTo>
                    <a:pt x="1271518" y="106736"/>
                  </a:lnTo>
                  <a:lnTo>
                    <a:pt x="1311419" y="130189"/>
                  </a:lnTo>
                  <a:lnTo>
                    <a:pt x="1349996" y="155760"/>
                  </a:lnTo>
                  <a:lnTo>
                    <a:pt x="1387136" y="183376"/>
                  </a:lnTo>
                  <a:lnTo>
                    <a:pt x="1422732" y="212956"/>
                  </a:lnTo>
                  <a:lnTo>
                    <a:pt x="1456680" y="244415"/>
                  </a:lnTo>
                  <a:lnTo>
                    <a:pt x="1488880" y="277659"/>
                  </a:lnTo>
                  <a:lnTo>
                    <a:pt x="1519240" y="312593"/>
                  </a:lnTo>
                  <a:lnTo>
                    <a:pt x="1547669" y="349115"/>
                  </a:lnTo>
                  <a:lnTo>
                    <a:pt x="1574086" y="387118"/>
                  </a:lnTo>
                  <a:lnTo>
                    <a:pt x="1598414" y="426491"/>
                  </a:lnTo>
                  <a:lnTo>
                    <a:pt x="1620581" y="467120"/>
                  </a:lnTo>
                  <a:lnTo>
                    <a:pt x="1640523" y="508885"/>
                  </a:lnTo>
                  <a:lnTo>
                    <a:pt x="1658182" y="551667"/>
                  </a:lnTo>
                  <a:lnTo>
                    <a:pt x="1673507" y="595339"/>
                  </a:lnTo>
                  <a:lnTo>
                    <a:pt x="1686452" y="639774"/>
                  </a:lnTo>
                  <a:lnTo>
                    <a:pt x="1696980" y="684843"/>
                  </a:lnTo>
                  <a:lnTo>
                    <a:pt x="1705060" y="730415"/>
                  </a:lnTo>
                  <a:lnTo>
                    <a:pt x="1710669" y="776356"/>
                  </a:lnTo>
                  <a:lnTo>
                    <a:pt x="1713791" y="822534"/>
                  </a:lnTo>
                  <a:lnTo>
                    <a:pt x="1714494" y="857239"/>
                  </a:lnTo>
                  <a:lnTo>
                    <a:pt x="857244" y="85723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222623" y="7277996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82.5%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56"/>
            <a:ext cx="6086475" cy="8505825"/>
          </a:xfrm>
          <a:custGeom>
            <a:avLst/>
            <a:gdLst/>
            <a:ahLst/>
            <a:cxnLst/>
            <a:rect l="l" t="t" r="r" b="b"/>
            <a:pathLst>
              <a:path w="6086475" h="8505825">
                <a:moveTo>
                  <a:pt x="0" y="2605087"/>
                </a:moveTo>
                <a:lnTo>
                  <a:pt x="0" y="71437"/>
                </a:lnTo>
                <a:lnTo>
                  <a:pt x="0" y="66744"/>
                </a:lnTo>
                <a:lnTo>
                  <a:pt x="457" y="62098"/>
                </a:lnTo>
                <a:lnTo>
                  <a:pt x="1372" y="57498"/>
                </a:lnTo>
                <a:lnTo>
                  <a:pt x="2287" y="52894"/>
                </a:lnTo>
                <a:lnTo>
                  <a:pt x="3642" y="48425"/>
                </a:lnTo>
                <a:lnTo>
                  <a:pt x="5437" y="44095"/>
                </a:lnTo>
                <a:lnTo>
                  <a:pt x="7232" y="39760"/>
                </a:lnTo>
                <a:lnTo>
                  <a:pt x="9433" y="35644"/>
                </a:lnTo>
                <a:lnTo>
                  <a:pt x="12039" y="31742"/>
                </a:lnTo>
                <a:lnTo>
                  <a:pt x="14645" y="27840"/>
                </a:lnTo>
                <a:lnTo>
                  <a:pt x="17606" y="24235"/>
                </a:lnTo>
                <a:lnTo>
                  <a:pt x="20923" y="20919"/>
                </a:lnTo>
                <a:lnTo>
                  <a:pt x="24240" y="17603"/>
                </a:lnTo>
                <a:lnTo>
                  <a:pt x="44099" y="5436"/>
                </a:lnTo>
                <a:lnTo>
                  <a:pt x="48433" y="3636"/>
                </a:lnTo>
                <a:lnTo>
                  <a:pt x="52900" y="2283"/>
                </a:lnTo>
                <a:lnTo>
                  <a:pt x="57500" y="1371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28973" y="1371"/>
                </a:lnTo>
                <a:lnTo>
                  <a:pt x="6033574" y="2283"/>
                </a:lnTo>
                <a:lnTo>
                  <a:pt x="6038041" y="3636"/>
                </a:lnTo>
                <a:lnTo>
                  <a:pt x="6042374" y="5436"/>
                </a:lnTo>
                <a:lnTo>
                  <a:pt x="6046708" y="7227"/>
                </a:lnTo>
                <a:lnTo>
                  <a:pt x="6065550" y="20919"/>
                </a:lnTo>
                <a:lnTo>
                  <a:pt x="6068867" y="24235"/>
                </a:lnTo>
                <a:lnTo>
                  <a:pt x="6071828" y="27840"/>
                </a:lnTo>
                <a:lnTo>
                  <a:pt x="6074433" y="31742"/>
                </a:lnTo>
                <a:lnTo>
                  <a:pt x="6077040" y="35644"/>
                </a:lnTo>
                <a:lnTo>
                  <a:pt x="6079241" y="39760"/>
                </a:lnTo>
                <a:lnTo>
                  <a:pt x="6081035" y="44095"/>
                </a:lnTo>
                <a:lnTo>
                  <a:pt x="6082831" y="48425"/>
                </a:lnTo>
                <a:lnTo>
                  <a:pt x="6084186" y="52894"/>
                </a:lnTo>
                <a:lnTo>
                  <a:pt x="6085101" y="57498"/>
                </a:lnTo>
                <a:lnTo>
                  <a:pt x="6086016" y="62098"/>
                </a:lnTo>
                <a:lnTo>
                  <a:pt x="6086474" y="66744"/>
                </a:lnTo>
                <a:lnTo>
                  <a:pt x="6086475" y="71437"/>
                </a:lnTo>
                <a:lnTo>
                  <a:pt x="6086475" y="2605087"/>
                </a:lnTo>
                <a:lnTo>
                  <a:pt x="6086474" y="2609780"/>
                </a:lnTo>
                <a:lnTo>
                  <a:pt x="6086016" y="2614421"/>
                </a:lnTo>
                <a:lnTo>
                  <a:pt x="6085101" y="2619021"/>
                </a:lnTo>
                <a:lnTo>
                  <a:pt x="6084186" y="2623621"/>
                </a:lnTo>
                <a:lnTo>
                  <a:pt x="6082831" y="2628090"/>
                </a:lnTo>
                <a:lnTo>
                  <a:pt x="6081035" y="2632420"/>
                </a:lnTo>
                <a:lnTo>
                  <a:pt x="6079241" y="2636755"/>
                </a:lnTo>
                <a:lnTo>
                  <a:pt x="6077040" y="2640871"/>
                </a:lnTo>
                <a:lnTo>
                  <a:pt x="6074433" y="2644768"/>
                </a:lnTo>
                <a:lnTo>
                  <a:pt x="6071828" y="2648671"/>
                </a:lnTo>
                <a:lnTo>
                  <a:pt x="6068867" y="2652280"/>
                </a:lnTo>
                <a:lnTo>
                  <a:pt x="6065550" y="2655595"/>
                </a:lnTo>
                <a:lnTo>
                  <a:pt x="6062234" y="2658912"/>
                </a:lnTo>
                <a:lnTo>
                  <a:pt x="6058625" y="2661874"/>
                </a:lnTo>
                <a:lnTo>
                  <a:pt x="6054725" y="2664474"/>
                </a:lnTo>
                <a:lnTo>
                  <a:pt x="6050825" y="2667083"/>
                </a:lnTo>
                <a:lnTo>
                  <a:pt x="6046708" y="2669283"/>
                </a:lnTo>
                <a:lnTo>
                  <a:pt x="6042374" y="2671078"/>
                </a:lnTo>
                <a:lnTo>
                  <a:pt x="6038041" y="2672878"/>
                </a:lnTo>
                <a:lnTo>
                  <a:pt x="6033574" y="2674232"/>
                </a:lnTo>
                <a:lnTo>
                  <a:pt x="6028973" y="2675148"/>
                </a:lnTo>
                <a:lnTo>
                  <a:pt x="6024373" y="2676064"/>
                </a:lnTo>
                <a:lnTo>
                  <a:pt x="6019728" y="2676525"/>
                </a:lnTo>
                <a:lnTo>
                  <a:pt x="6015037" y="2676525"/>
                </a:lnTo>
                <a:lnTo>
                  <a:pt x="71437" y="2676525"/>
                </a:lnTo>
                <a:lnTo>
                  <a:pt x="66746" y="2676525"/>
                </a:lnTo>
                <a:lnTo>
                  <a:pt x="62101" y="2676064"/>
                </a:lnTo>
                <a:lnTo>
                  <a:pt x="24240" y="2658912"/>
                </a:lnTo>
                <a:lnTo>
                  <a:pt x="20923" y="2655595"/>
                </a:lnTo>
                <a:lnTo>
                  <a:pt x="17606" y="2652280"/>
                </a:lnTo>
                <a:lnTo>
                  <a:pt x="5437" y="2632415"/>
                </a:lnTo>
                <a:lnTo>
                  <a:pt x="3642" y="2628086"/>
                </a:lnTo>
                <a:lnTo>
                  <a:pt x="2287" y="2623621"/>
                </a:lnTo>
                <a:lnTo>
                  <a:pt x="1372" y="2619021"/>
                </a:lnTo>
                <a:lnTo>
                  <a:pt x="457" y="2614421"/>
                </a:lnTo>
                <a:lnTo>
                  <a:pt x="0" y="2609780"/>
                </a:lnTo>
                <a:lnTo>
                  <a:pt x="0" y="2605087"/>
                </a:lnTo>
                <a:close/>
              </a:path>
              <a:path w="6086475" h="8505825">
                <a:moveTo>
                  <a:pt x="0" y="5519737"/>
                </a:moveTo>
                <a:lnTo>
                  <a:pt x="0" y="2757487"/>
                </a:lnTo>
                <a:lnTo>
                  <a:pt x="0" y="2752794"/>
                </a:lnTo>
                <a:lnTo>
                  <a:pt x="457" y="2748148"/>
                </a:lnTo>
                <a:lnTo>
                  <a:pt x="17606" y="2710285"/>
                </a:lnTo>
                <a:lnTo>
                  <a:pt x="20923" y="2706969"/>
                </a:lnTo>
                <a:lnTo>
                  <a:pt x="24240" y="2703649"/>
                </a:lnTo>
                <a:lnTo>
                  <a:pt x="27848" y="2700686"/>
                </a:lnTo>
                <a:lnTo>
                  <a:pt x="31748" y="2698081"/>
                </a:lnTo>
                <a:lnTo>
                  <a:pt x="35649" y="2695476"/>
                </a:lnTo>
                <a:lnTo>
                  <a:pt x="66746" y="2686050"/>
                </a:lnTo>
                <a:lnTo>
                  <a:pt x="71437" y="2686050"/>
                </a:lnTo>
                <a:lnTo>
                  <a:pt x="6015037" y="2686050"/>
                </a:lnTo>
                <a:lnTo>
                  <a:pt x="6019728" y="2686050"/>
                </a:lnTo>
                <a:lnTo>
                  <a:pt x="6024373" y="2686506"/>
                </a:lnTo>
                <a:lnTo>
                  <a:pt x="6054725" y="2698081"/>
                </a:lnTo>
                <a:lnTo>
                  <a:pt x="6058625" y="2700686"/>
                </a:lnTo>
                <a:lnTo>
                  <a:pt x="6062234" y="2703649"/>
                </a:lnTo>
                <a:lnTo>
                  <a:pt x="6065550" y="2706969"/>
                </a:lnTo>
                <a:lnTo>
                  <a:pt x="6068867" y="2710285"/>
                </a:lnTo>
                <a:lnTo>
                  <a:pt x="6071828" y="2713894"/>
                </a:lnTo>
                <a:lnTo>
                  <a:pt x="6074433" y="2717792"/>
                </a:lnTo>
                <a:lnTo>
                  <a:pt x="6077040" y="2721689"/>
                </a:lnTo>
                <a:lnTo>
                  <a:pt x="6085101" y="2743548"/>
                </a:lnTo>
                <a:lnTo>
                  <a:pt x="6086016" y="2748148"/>
                </a:lnTo>
                <a:lnTo>
                  <a:pt x="6086474" y="2752794"/>
                </a:lnTo>
                <a:lnTo>
                  <a:pt x="6086475" y="2757487"/>
                </a:lnTo>
                <a:lnTo>
                  <a:pt x="6086475" y="5519737"/>
                </a:lnTo>
                <a:lnTo>
                  <a:pt x="6086474" y="5524425"/>
                </a:lnTo>
                <a:lnTo>
                  <a:pt x="6086016" y="5529071"/>
                </a:lnTo>
                <a:lnTo>
                  <a:pt x="6085101" y="5533671"/>
                </a:lnTo>
                <a:lnTo>
                  <a:pt x="6084186" y="5538271"/>
                </a:lnTo>
                <a:lnTo>
                  <a:pt x="6082831" y="5542736"/>
                </a:lnTo>
                <a:lnTo>
                  <a:pt x="6081035" y="5547065"/>
                </a:lnTo>
                <a:lnTo>
                  <a:pt x="6079241" y="5551400"/>
                </a:lnTo>
                <a:lnTo>
                  <a:pt x="6077040" y="5555516"/>
                </a:lnTo>
                <a:lnTo>
                  <a:pt x="6074433" y="5559418"/>
                </a:lnTo>
                <a:lnTo>
                  <a:pt x="6071828" y="5563321"/>
                </a:lnTo>
                <a:lnTo>
                  <a:pt x="6068867" y="5566930"/>
                </a:lnTo>
                <a:lnTo>
                  <a:pt x="6065550" y="5570245"/>
                </a:lnTo>
                <a:lnTo>
                  <a:pt x="6062234" y="5573562"/>
                </a:lnTo>
                <a:lnTo>
                  <a:pt x="6028973" y="5589798"/>
                </a:lnTo>
                <a:lnTo>
                  <a:pt x="6024373" y="5590714"/>
                </a:lnTo>
                <a:lnTo>
                  <a:pt x="6019728" y="5591175"/>
                </a:lnTo>
                <a:lnTo>
                  <a:pt x="6015037" y="5591175"/>
                </a:lnTo>
                <a:lnTo>
                  <a:pt x="71437" y="5591175"/>
                </a:lnTo>
                <a:lnTo>
                  <a:pt x="66746" y="5591175"/>
                </a:lnTo>
                <a:lnTo>
                  <a:pt x="62101" y="5590714"/>
                </a:lnTo>
                <a:lnTo>
                  <a:pt x="24240" y="5573562"/>
                </a:lnTo>
                <a:lnTo>
                  <a:pt x="20923" y="5570245"/>
                </a:lnTo>
                <a:lnTo>
                  <a:pt x="17606" y="5566930"/>
                </a:lnTo>
                <a:lnTo>
                  <a:pt x="5437" y="5547065"/>
                </a:lnTo>
                <a:lnTo>
                  <a:pt x="3642" y="5542736"/>
                </a:lnTo>
                <a:lnTo>
                  <a:pt x="2287" y="5538266"/>
                </a:lnTo>
                <a:lnTo>
                  <a:pt x="1372" y="5533666"/>
                </a:lnTo>
                <a:lnTo>
                  <a:pt x="457" y="5529067"/>
                </a:lnTo>
                <a:lnTo>
                  <a:pt x="0" y="5524425"/>
                </a:lnTo>
                <a:lnTo>
                  <a:pt x="0" y="5519737"/>
                </a:lnTo>
                <a:close/>
              </a:path>
              <a:path w="6086475" h="8505825">
                <a:moveTo>
                  <a:pt x="0" y="8434387"/>
                </a:moveTo>
                <a:lnTo>
                  <a:pt x="0" y="5672137"/>
                </a:lnTo>
                <a:lnTo>
                  <a:pt x="0" y="5667444"/>
                </a:lnTo>
                <a:lnTo>
                  <a:pt x="457" y="5662793"/>
                </a:lnTo>
                <a:lnTo>
                  <a:pt x="1372" y="5658193"/>
                </a:lnTo>
                <a:lnTo>
                  <a:pt x="2287" y="5653594"/>
                </a:lnTo>
                <a:lnTo>
                  <a:pt x="3642" y="5649125"/>
                </a:lnTo>
                <a:lnTo>
                  <a:pt x="5437" y="5644790"/>
                </a:lnTo>
                <a:lnTo>
                  <a:pt x="7232" y="5640455"/>
                </a:lnTo>
                <a:lnTo>
                  <a:pt x="20923" y="5621614"/>
                </a:lnTo>
                <a:lnTo>
                  <a:pt x="24240" y="5618299"/>
                </a:lnTo>
                <a:lnTo>
                  <a:pt x="27848" y="5615336"/>
                </a:lnTo>
                <a:lnTo>
                  <a:pt x="31748" y="5612731"/>
                </a:lnTo>
                <a:lnTo>
                  <a:pt x="35649" y="5610123"/>
                </a:lnTo>
                <a:lnTo>
                  <a:pt x="66746" y="5600700"/>
                </a:lnTo>
                <a:lnTo>
                  <a:pt x="71437" y="5600700"/>
                </a:lnTo>
                <a:lnTo>
                  <a:pt x="6015037" y="5600700"/>
                </a:lnTo>
                <a:lnTo>
                  <a:pt x="6019728" y="5600700"/>
                </a:lnTo>
                <a:lnTo>
                  <a:pt x="6024373" y="5601156"/>
                </a:lnTo>
                <a:lnTo>
                  <a:pt x="6062234" y="5618299"/>
                </a:lnTo>
                <a:lnTo>
                  <a:pt x="6065550" y="5621614"/>
                </a:lnTo>
                <a:lnTo>
                  <a:pt x="6068867" y="5624930"/>
                </a:lnTo>
                <a:lnTo>
                  <a:pt x="6081035" y="5644790"/>
                </a:lnTo>
                <a:lnTo>
                  <a:pt x="6082831" y="5649125"/>
                </a:lnTo>
                <a:lnTo>
                  <a:pt x="6084186" y="5653594"/>
                </a:lnTo>
                <a:lnTo>
                  <a:pt x="6085101" y="5658193"/>
                </a:lnTo>
                <a:lnTo>
                  <a:pt x="6086016" y="5662793"/>
                </a:lnTo>
                <a:lnTo>
                  <a:pt x="6086474" y="5667444"/>
                </a:lnTo>
                <a:lnTo>
                  <a:pt x="6086475" y="5672137"/>
                </a:lnTo>
                <a:lnTo>
                  <a:pt x="6086475" y="8434387"/>
                </a:lnTo>
                <a:lnTo>
                  <a:pt x="6086474" y="8439075"/>
                </a:lnTo>
                <a:lnTo>
                  <a:pt x="6086016" y="8443721"/>
                </a:lnTo>
                <a:lnTo>
                  <a:pt x="6085101" y="8448321"/>
                </a:lnTo>
                <a:lnTo>
                  <a:pt x="6084186" y="8452921"/>
                </a:lnTo>
                <a:lnTo>
                  <a:pt x="6082831" y="8457386"/>
                </a:lnTo>
                <a:lnTo>
                  <a:pt x="6081035" y="8461715"/>
                </a:lnTo>
                <a:lnTo>
                  <a:pt x="6079241" y="8466045"/>
                </a:lnTo>
                <a:lnTo>
                  <a:pt x="6050825" y="8496379"/>
                </a:lnTo>
                <a:lnTo>
                  <a:pt x="6042374" y="8500373"/>
                </a:lnTo>
                <a:lnTo>
                  <a:pt x="6038041" y="8502174"/>
                </a:lnTo>
                <a:lnTo>
                  <a:pt x="6033574" y="8503527"/>
                </a:lnTo>
                <a:lnTo>
                  <a:pt x="6028973" y="8504443"/>
                </a:lnTo>
                <a:lnTo>
                  <a:pt x="6024373" y="8505360"/>
                </a:lnTo>
                <a:lnTo>
                  <a:pt x="6019728" y="8505820"/>
                </a:lnTo>
                <a:lnTo>
                  <a:pt x="6015037" y="8505825"/>
                </a:lnTo>
                <a:lnTo>
                  <a:pt x="71437" y="8505825"/>
                </a:lnTo>
                <a:lnTo>
                  <a:pt x="66746" y="8505820"/>
                </a:lnTo>
                <a:lnTo>
                  <a:pt x="62101" y="8505360"/>
                </a:lnTo>
                <a:lnTo>
                  <a:pt x="57500" y="8504443"/>
                </a:lnTo>
                <a:lnTo>
                  <a:pt x="52900" y="8503532"/>
                </a:lnTo>
                <a:lnTo>
                  <a:pt x="48433" y="8502178"/>
                </a:lnTo>
                <a:lnTo>
                  <a:pt x="44099" y="8500378"/>
                </a:lnTo>
                <a:lnTo>
                  <a:pt x="39765" y="8498579"/>
                </a:lnTo>
                <a:lnTo>
                  <a:pt x="9433" y="8470166"/>
                </a:lnTo>
                <a:lnTo>
                  <a:pt x="5437" y="8461715"/>
                </a:lnTo>
                <a:lnTo>
                  <a:pt x="3642" y="8457386"/>
                </a:lnTo>
                <a:lnTo>
                  <a:pt x="2287" y="8452921"/>
                </a:lnTo>
                <a:lnTo>
                  <a:pt x="1372" y="8448321"/>
                </a:lnTo>
                <a:lnTo>
                  <a:pt x="457" y="8443721"/>
                </a:lnTo>
                <a:lnTo>
                  <a:pt x="0" y="8439075"/>
                </a:lnTo>
                <a:lnTo>
                  <a:pt x="0" y="84343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421018"/>
            <a:ext cx="4924425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15-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remember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last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10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saw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you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page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081900"/>
            <a:ext cx="502348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16-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noticed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any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quick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changes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memory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after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stopping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use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5996551"/>
            <a:ext cx="457898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17-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feel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has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become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harder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watch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lectures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or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movies,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any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longer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than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one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hour,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general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127122"/>
            <a:ext cx="3171825" cy="1905000"/>
            <a:chOff x="850900" y="1127122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1271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22372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48000" y="115728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6638" y="1217610"/>
            <a:ext cx="1986280" cy="1724025"/>
            <a:chOff x="1036638" y="1217610"/>
            <a:chExt cx="1986280" cy="17240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374772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38" y="1217610"/>
              <a:ext cx="1724023" cy="172402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507902" y="2113208"/>
            <a:ext cx="14922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9130" y="1900979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95%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0900" y="4041772"/>
            <a:ext cx="3171825" cy="1905000"/>
            <a:chOff x="850900" y="4041772"/>
            <a:chExt cx="3171825" cy="1905000"/>
          </a:xfrm>
        </p:grpSpPr>
        <p:sp>
          <p:nvSpPr>
            <p:cNvPr id="20" name="object 20"/>
            <p:cNvSpPr/>
            <p:nvPr/>
          </p:nvSpPr>
          <p:spPr>
            <a:xfrm>
              <a:off x="850900" y="404177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4137022"/>
              <a:ext cx="95250" cy="952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048000" y="407193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7191" y="4132291"/>
            <a:ext cx="1975485" cy="866775"/>
            <a:chOff x="1047191" y="4132291"/>
            <a:chExt cx="1975485" cy="8667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289422"/>
              <a:ext cx="95250" cy="952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51954" y="4137053"/>
              <a:ext cx="1704339" cy="857250"/>
            </a:xfrm>
            <a:custGeom>
              <a:avLst/>
              <a:gdLst/>
              <a:ahLst/>
              <a:cxnLst/>
              <a:rect l="l" t="t" r="r" b="b"/>
              <a:pathLst>
                <a:path w="1704339" h="857250">
                  <a:moveTo>
                    <a:pt x="1703945" y="857219"/>
                  </a:moveTo>
                  <a:lnTo>
                    <a:pt x="846695" y="857219"/>
                  </a:lnTo>
                  <a:lnTo>
                    <a:pt x="0" y="723115"/>
                  </a:lnTo>
                  <a:lnTo>
                    <a:pt x="7171" y="683791"/>
                  </a:lnTo>
                  <a:lnTo>
                    <a:pt x="16169" y="644844"/>
                  </a:lnTo>
                  <a:lnTo>
                    <a:pt x="26971" y="606359"/>
                  </a:lnTo>
                  <a:lnTo>
                    <a:pt x="39557" y="568420"/>
                  </a:lnTo>
                  <a:lnTo>
                    <a:pt x="53896" y="531108"/>
                  </a:lnTo>
                  <a:lnTo>
                    <a:pt x="69961" y="494505"/>
                  </a:lnTo>
                  <a:lnTo>
                    <a:pt x="87713" y="458691"/>
                  </a:lnTo>
                  <a:lnTo>
                    <a:pt x="107116" y="423744"/>
                  </a:lnTo>
                  <a:lnTo>
                    <a:pt x="128127" y="389738"/>
                  </a:lnTo>
                  <a:lnTo>
                    <a:pt x="150700" y="356750"/>
                  </a:lnTo>
                  <a:lnTo>
                    <a:pt x="174787" y="324849"/>
                  </a:lnTo>
                  <a:lnTo>
                    <a:pt x="200334" y="294106"/>
                  </a:lnTo>
                  <a:lnTo>
                    <a:pt x="227287" y="264587"/>
                  </a:lnTo>
                  <a:lnTo>
                    <a:pt x="255587" y="236357"/>
                  </a:lnTo>
                  <a:lnTo>
                    <a:pt x="285171" y="209477"/>
                  </a:lnTo>
                  <a:lnTo>
                    <a:pt x="315977" y="184005"/>
                  </a:lnTo>
                  <a:lnTo>
                    <a:pt x="347936" y="159997"/>
                  </a:lnTo>
                  <a:lnTo>
                    <a:pt x="380981" y="137505"/>
                  </a:lnTo>
                  <a:lnTo>
                    <a:pt x="415037" y="116577"/>
                  </a:lnTo>
                  <a:lnTo>
                    <a:pt x="450032" y="97260"/>
                  </a:lnTo>
                  <a:lnTo>
                    <a:pt x="485889" y="79595"/>
                  </a:lnTo>
                  <a:lnTo>
                    <a:pt x="522532" y="63622"/>
                  </a:lnTo>
                  <a:lnTo>
                    <a:pt x="559878" y="49373"/>
                  </a:lnTo>
                  <a:lnTo>
                    <a:pt x="597849" y="36881"/>
                  </a:lnTo>
                  <a:lnTo>
                    <a:pt x="636360" y="26172"/>
                  </a:lnTo>
                  <a:lnTo>
                    <a:pt x="675329" y="17271"/>
                  </a:lnTo>
                  <a:lnTo>
                    <a:pt x="714670" y="10195"/>
                  </a:lnTo>
                  <a:lnTo>
                    <a:pt x="754299" y="4962"/>
                  </a:lnTo>
                  <a:lnTo>
                    <a:pt x="794128" y="1581"/>
                  </a:lnTo>
                  <a:lnTo>
                    <a:pt x="834072" y="61"/>
                  </a:lnTo>
                  <a:lnTo>
                    <a:pt x="854065" y="0"/>
                  </a:lnTo>
                  <a:lnTo>
                    <a:pt x="874043" y="404"/>
                  </a:lnTo>
                  <a:lnTo>
                    <a:pt x="913954" y="2611"/>
                  </a:lnTo>
                  <a:lnTo>
                    <a:pt x="953720" y="6675"/>
                  </a:lnTo>
                  <a:lnTo>
                    <a:pt x="993252" y="12589"/>
                  </a:lnTo>
                  <a:lnTo>
                    <a:pt x="1032466" y="20338"/>
                  </a:lnTo>
                  <a:lnTo>
                    <a:pt x="1071277" y="29909"/>
                  </a:lnTo>
                  <a:lnTo>
                    <a:pt x="1109599" y="41277"/>
                  </a:lnTo>
                  <a:lnTo>
                    <a:pt x="1147349" y="54420"/>
                  </a:lnTo>
                  <a:lnTo>
                    <a:pt x="1184445" y="69307"/>
                  </a:lnTo>
                  <a:lnTo>
                    <a:pt x="1220807" y="85909"/>
                  </a:lnTo>
                  <a:lnTo>
                    <a:pt x="1256356" y="104187"/>
                  </a:lnTo>
                  <a:lnTo>
                    <a:pt x="1291014" y="124102"/>
                  </a:lnTo>
                  <a:lnTo>
                    <a:pt x="1324706" y="145611"/>
                  </a:lnTo>
                  <a:lnTo>
                    <a:pt x="1357359" y="168668"/>
                  </a:lnTo>
                  <a:lnTo>
                    <a:pt x="1388901" y="193222"/>
                  </a:lnTo>
                  <a:lnTo>
                    <a:pt x="1419265" y="219219"/>
                  </a:lnTo>
                  <a:lnTo>
                    <a:pt x="1448383" y="246604"/>
                  </a:lnTo>
                  <a:lnTo>
                    <a:pt x="1476193" y="275316"/>
                  </a:lnTo>
                  <a:lnTo>
                    <a:pt x="1502636" y="305293"/>
                  </a:lnTo>
                  <a:lnTo>
                    <a:pt x="1527651" y="336471"/>
                  </a:lnTo>
                  <a:lnTo>
                    <a:pt x="1551186" y="368780"/>
                  </a:lnTo>
                  <a:lnTo>
                    <a:pt x="1573189" y="402152"/>
                  </a:lnTo>
                  <a:lnTo>
                    <a:pt x="1593613" y="436513"/>
                  </a:lnTo>
                  <a:lnTo>
                    <a:pt x="1612412" y="471789"/>
                  </a:lnTo>
                  <a:lnTo>
                    <a:pt x="1629547" y="507902"/>
                  </a:lnTo>
                  <a:lnTo>
                    <a:pt x="1644979" y="544776"/>
                  </a:lnTo>
                  <a:lnTo>
                    <a:pt x="1658677" y="582328"/>
                  </a:lnTo>
                  <a:lnTo>
                    <a:pt x="1670608" y="620479"/>
                  </a:lnTo>
                  <a:lnTo>
                    <a:pt x="1680749" y="659144"/>
                  </a:lnTo>
                  <a:lnTo>
                    <a:pt x="1689075" y="698240"/>
                  </a:lnTo>
                  <a:lnTo>
                    <a:pt x="1695571" y="737681"/>
                  </a:lnTo>
                  <a:lnTo>
                    <a:pt x="1700220" y="777382"/>
                  </a:lnTo>
                  <a:lnTo>
                    <a:pt x="1703014" y="817257"/>
                  </a:lnTo>
                  <a:lnTo>
                    <a:pt x="1703945" y="857219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1954" y="4137053"/>
              <a:ext cx="1704339" cy="857250"/>
            </a:xfrm>
            <a:custGeom>
              <a:avLst/>
              <a:gdLst/>
              <a:ahLst/>
              <a:cxnLst/>
              <a:rect l="l" t="t" r="r" b="b"/>
              <a:pathLst>
                <a:path w="1704339" h="857250">
                  <a:moveTo>
                    <a:pt x="846695" y="857219"/>
                  </a:moveTo>
                  <a:lnTo>
                    <a:pt x="0" y="723115"/>
                  </a:lnTo>
                  <a:lnTo>
                    <a:pt x="3357" y="703406"/>
                  </a:lnTo>
                  <a:lnTo>
                    <a:pt x="7171" y="683791"/>
                  </a:lnTo>
                  <a:lnTo>
                    <a:pt x="16169" y="644844"/>
                  </a:lnTo>
                  <a:lnTo>
                    <a:pt x="26971" y="606359"/>
                  </a:lnTo>
                  <a:lnTo>
                    <a:pt x="39557" y="568420"/>
                  </a:lnTo>
                  <a:lnTo>
                    <a:pt x="53896" y="531108"/>
                  </a:lnTo>
                  <a:lnTo>
                    <a:pt x="69961" y="494505"/>
                  </a:lnTo>
                  <a:lnTo>
                    <a:pt x="87713" y="458691"/>
                  </a:lnTo>
                  <a:lnTo>
                    <a:pt x="107116" y="423744"/>
                  </a:lnTo>
                  <a:lnTo>
                    <a:pt x="128127" y="389738"/>
                  </a:lnTo>
                  <a:lnTo>
                    <a:pt x="150700" y="356750"/>
                  </a:lnTo>
                  <a:lnTo>
                    <a:pt x="174787" y="324849"/>
                  </a:lnTo>
                  <a:lnTo>
                    <a:pt x="200334" y="294106"/>
                  </a:lnTo>
                  <a:lnTo>
                    <a:pt x="227287" y="264587"/>
                  </a:lnTo>
                  <a:lnTo>
                    <a:pt x="255587" y="236357"/>
                  </a:lnTo>
                  <a:lnTo>
                    <a:pt x="285171" y="209477"/>
                  </a:lnTo>
                  <a:lnTo>
                    <a:pt x="315977" y="184005"/>
                  </a:lnTo>
                  <a:lnTo>
                    <a:pt x="347936" y="159997"/>
                  </a:lnTo>
                  <a:lnTo>
                    <a:pt x="380981" y="137505"/>
                  </a:lnTo>
                  <a:lnTo>
                    <a:pt x="415037" y="116577"/>
                  </a:lnTo>
                  <a:lnTo>
                    <a:pt x="450032" y="97260"/>
                  </a:lnTo>
                  <a:lnTo>
                    <a:pt x="485889" y="79595"/>
                  </a:lnTo>
                  <a:lnTo>
                    <a:pt x="522532" y="63622"/>
                  </a:lnTo>
                  <a:lnTo>
                    <a:pt x="559878" y="49373"/>
                  </a:lnTo>
                  <a:lnTo>
                    <a:pt x="597849" y="36881"/>
                  </a:lnTo>
                  <a:lnTo>
                    <a:pt x="636360" y="26172"/>
                  </a:lnTo>
                  <a:lnTo>
                    <a:pt x="675329" y="17271"/>
                  </a:lnTo>
                  <a:lnTo>
                    <a:pt x="714670" y="10195"/>
                  </a:lnTo>
                  <a:lnTo>
                    <a:pt x="754299" y="4962"/>
                  </a:lnTo>
                  <a:lnTo>
                    <a:pt x="794128" y="1581"/>
                  </a:lnTo>
                  <a:lnTo>
                    <a:pt x="834072" y="61"/>
                  </a:lnTo>
                  <a:lnTo>
                    <a:pt x="854065" y="0"/>
                  </a:lnTo>
                  <a:lnTo>
                    <a:pt x="874043" y="404"/>
                  </a:lnTo>
                  <a:lnTo>
                    <a:pt x="913954" y="2611"/>
                  </a:lnTo>
                  <a:lnTo>
                    <a:pt x="953720" y="6675"/>
                  </a:lnTo>
                  <a:lnTo>
                    <a:pt x="993252" y="12589"/>
                  </a:lnTo>
                  <a:lnTo>
                    <a:pt x="1032466" y="20338"/>
                  </a:lnTo>
                  <a:lnTo>
                    <a:pt x="1071277" y="29909"/>
                  </a:lnTo>
                  <a:lnTo>
                    <a:pt x="1109599" y="41277"/>
                  </a:lnTo>
                  <a:lnTo>
                    <a:pt x="1147349" y="54420"/>
                  </a:lnTo>
                  <a:lnTo>
                    <a:pt x="1184445" y="69307"/>
                  </a:lnTo>
                  <a:lnTo>
                    <a:pt x="1220807" y="85909"/>
                  </a:lnTo>
                  <a:lnTo>
                    <a:pt x="1256356" y="104187"/>
                  </a:lnTo>
                  <a:lnTo>
                    <a:pt x="1291014" y="124102"/>
                  </a:lnTo>
                  <a:lnTo>
                    <a:pt x="1324706" y="145611"/>
                  </a:lnTo>
                  <a:lnTo>
                    <a:pt x="1357359" y="168668"/>
                  </a:lnTo>
                  <a:lnTo>
                    <a:pt x="1388901" y="193222"/>
                  </a:lnTo>
                  <a:lnTo>
                    <a:pt x="1419265" y="219219"/>
                  </a:lnTo>
                  <a:lnTo>
                    <a:pt x="1448383" y="246604"/>
                  </a:lnTo>
                  <a:lnTo>
                    <a:pt x="1476193" y="275316"/>
                  </a:lnTo>
                  <a:lnTo>
                    <a:pt x="1502636" y="305293"/>
                  </a:lnTo>
                  <a:lnTo>
                    <a:pt x="1527651" y="336471"/>
                  </a:lnTo>
                  <a:lnTo>
                    <a:pt x="1551186" y="368780"/>
                  </a:lnTo>
                  <a:lnTo>
                    <a:pt x="1573189" y="402152"/>
                  </a:lnTo>
                  <a:lnTo>
                    <a:pt x="1593613" y="436513"/>
                  </a:lnTo>
                  <a:lnTo>
                    <a:pt x="1612412" y="471789"/>
                  </a:lnTo>
                  <a:lnTo>
                    <a:pt x="1629547" y="507902"/>
                  </a:lnTo>
                  <a:lnTo>
                    <a:pt x="1644979" y="544776"/>
                  </a:lnTo>
                  <a:lnTo>
                    <a:pt x="1658677" y="582328"/>
                  </a:lnTo>
                  <a:lnTo>
                    <a:pt x="1670608" y="620479"/>
                  </a:lnTo>
                  <a:lnTo>
                    <a:pt x="1680749" y="659144"/>
                  </a:lnTo>
                  <a:lnTo>
                    <a:pt x="1689075" y="698240"/>
                  </a:lnTo>
                  <a:lnTo>
                    <a:pt x="1695571" y="737681"/>
                  </a:lnTo>
                  <a:lnTo>
                    <a:pt x="1700220" y="777382"/>
                  </a:lnTo>
                  <a:lnTo>
                    <a:pt x="1703014" y="817257"/>
                  </a:lnTo>
                  <a:lnTo>
                    <a:pt x="1703945" y="857219"/>
                  </a:lnTo>
                  <a:lnTo>
                    <a:pt x="846695" y="85721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11684" y="4227460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47.5%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36640" y="4855406"/>
            <a:ext cx="1724025" cy="1001394"/>
            <a:chOff x="1036640" y="4855406"/>
            <a:chExt cx="1724025" cy="1001394"/>
          </a:xfrm>
        </p:grpSpPr>
        <p:sp>
          <p:nvSpPr>
            <p:cNvPr id="29" name="object 29"/>
            <p:cNvSpPr/>
            <p:nvPr/>
          </p:nvSpPr>
          <p:spPr>
            <a:xfrm>
              <a:off x="1041402" y="4860169"/>
              <a:ext cx="1714500" cy="991869"/>
            </a:xfrm>
            <a:custGeom>
              <a:avLst/>
              <a:gdLst/>
              <a:ahLst/>
              <a:cxnLst/>
              <a:rect l="l" t="t" r="r" b="b"/>
              <a:pathLst>
                <a:path w="1714500" h="991870">
                  <a:moveTo>
                    <a:pt x="856195" y="991352"/>
                  </a:moveTo>
                  <a:lnTo>
                    <a:pt x="812032" y="990159"/>
                  </a:lnTo>
                  <a:lnTo>
                    <a:pt x="767989" y="986693"/>
                  </a:lnTo>
                  <a:lnTo>
                    <a:pt x="724182" y="980962"/>
                  </a:lnTo>
                  <a:lnTo>
                    <a:pt x="680730" y="972983"/>
                  </a:lnTo>
                  <a:lnTo>
                    <a:pt x="637746" y="962775"/>
                  </a:lnTo>
                  <a:lnTo>
                    <a:pt x="595345" y="950366"/>
                  </a:lnTo>
                  <a:lnTo>
                    <a:pt x="553640" y="935789"/>
                  </a:lnTo>
                  <a:lnTo>
                    <a:pt x="512741" y="919083"/>
                  </a:lnTo>
                  <a:lnTo>
                    <a:pt x="472757" y="900292"/>
                  </a:lnTo>
                  <a:lnTo>
                    <a:pt x="433795" y="879466"/>
                  </a:lnTo>
                  <a:lnTo>
                    <a:pt x="395957" y="856660"/>
                  </a:lnTo>
                  <a:lnTo>
                    <a:pt x="359344" y="831935"/>
                  </a:lnTo>
                  <a:lnTo>
                    <a:pt x="324054" y="805357"/>
                  </a:lnTo>
                  <a:lnTo>
                    <a:pt x="290179" y="776996"/>
                  </a:lnTo>
                  <a:lnTo>
                    <a:pt x="257811" y="746928"/>
                  </a:lnTo>
                  <a:lnTo>
                    <a:pt x="227035" y="715232"/>
                  </a:lnTo>
                  <a:lnTo>
                    <a:pt x="197933" y="681992"/>
                  </a:lnTo>
                  <a:lnTo>
                    <a:pt x="170582" y="647297"/>
                  </a:lnTo>
                  <a:lnTo>
                    <a:pt x="145055" y="611240"/>
                  </a:lnTo>
                  <a:lnTo>
                    <a:pt x="121419" y="573915"/>
                  </a:lnTo>
                  <a:lnTo>
                    <a:pt x="99737" y="535422"/>
                  </a:lnTo>
                  <a:lnTo>
                    <a:pt x="80068" y="495863"/>
                  </a:lnTo>
                  <a:lnTo>
                    <a:pt x="62462" y="455343"/>
                  </a:lnTo>
                  <a:lnTo>
                    <a:pt x="46968" y="413970"/>
                  </a:lnTo>
                  <a:lnTo>
                    <a:pt x="33625" y="371853"/>
                  </a:lnTo>
                  <a:lnTo>
                    <a:pt x="22471" y="329105"/>
                  </a:lnTo>
                  <a:lnTo>
                    <a:pt x="13533" y="285840"/>
                  </a:lnTo>
                  <a:lnTo>
                    <a:pt x="6836" y="242171"/>
                  </a:lnTo>
                  <a:lnTo>
                    <a:pt x="2398" y="198215"/>
                  </a:lnTo>
                  <a:lnTo>
                    <a:pt x="230" y="154089"/>
                  </a:lnTo>
                  <a:lnTo>
                    <a:pt x="0" y="131999"/>
                  </a:lnTo>
                  <a:lnTo>
                    <a:pt x="338" y="109910"/>
                  </a:lnTo>
                  <a:lnTo>
                    <a:pt x="2723" y="65795"/>
                  </a:lnTo>
                  <a:lnTo>
                    <a:pt x="7377" y="21862"/>
                  </a:lnTo>
                  <a:lnTo>
                    <a:pt x="10551" y="0"/>
                  </a:lnTo>
                  <a:lnTo>
                    <a:pt x="857247" y="134103"/>
                  </a:lnTo>
                  <a:lnTo>
                    <a:pt x="1714497" y="134103"/>
                  </a:lnTo>
                  <a:lnTo>
                    <a:pt x="1713359" y="178268"/>
                  </a:lnTo>
                  <a:lnTo>
                    <a:pt x="1709946" y="222315"/>
                  </a:lnTo>
                  <a:lnTo>
                    <a:pt x="1704269" y="266128"/>
                  </a:lnTo>
                  <a:lnTo>
                    <a:pt x="1696343" y="309590"/>
                  </a:lnTo>
                  <a:lnTo>
                    <a:pt x="1686188" y="352587"/>
                  </a:lnTo>
                  <a:lnTo>
                    <a:pt x="1673831" y="395002"/>
                  </a:lnTo>
                  <a:lnTo>
                    <a:pt x="1659305" y="436725"/>
                  </a:lnTo>
                  <a:lnTo>
                    <a:pt x="1642649" y="477645"/>
                  </a:lnTo>
                  <a:lnTo>
                    <a:pt x="1623907" y="517652"/>
                  </a:lnTo>
                  <a:lnTo>
                    <a:pt x="1603129" y="556640"/>
                  </a:lnTo>
                  <a:lnTo>
                    <a:pt x="1580370" y="594506"/>
                  </a:lnTo>
                  <a:lnTo>
                    <a:pt x="1555690" y="631149"/>
                  </a:lnTo>
                  <a:lnTo>
                    <a:pt x="1529155" y="666472"/>
                  </a:lnTo>
                  <a:lnTo>
                    <a:pt x="1500836" y="700381"/>
                  </a:lnTo>
                  <a:lnTo>
                    <a:pt x="1470807" y="732786"/>
                  </a:lnTo>
                  <a:lnTo>
                    <a:pt x="1439149" y="763601"/>
                  </a:lnTo>
                  <a:lnTo>
                    <a:pt x="1405945" y="792744"/>
                  </a:lnTo>
                  <a:lnTo>
                    <a:pt x="1371284" y="820137"/>
                  </a:lnTo>
                  <a:lnTo>
                    <a:pt x="1335257" y="845709"/>
                  </a:lnTo>
                  <a:lnTo>
                    <a:pt x="1297961" y="869391"/>
                  </a:lnTo>
                  <a:lnTo>
                    <a:pt x="1259495" y="891119"/>
                  </a:lnTo>
                  <a:lnTo>
                    <a:pt x="1219960" y="910838"/>
                  </a:lnTo>
                  <a:lnTo>
                    <a:pt x="1179462" y="928493"/>
                  </a:lnTo>
                  <a:lnTo>
                    <a:pt x="1138108" y="944038"/>
                  </a:lnTo>
                  <a:lnTo>
                    <a:pt x="1096008" y="957432"/>
                  </a:lnTo>
                  <a:lnTo>
                    <a:pt x="1053274" y="968639"/>
                  </a:lnTo>
                  <a:lnTo>
                    <a:pt x="1010019" y="977630"/>
                  </a:lnTo>
                  <a:lnTo>
                    <a:pt x="966358" y="984381"/>
                  </a:lnTo>
                  <a:lnTo>
                    <a:pt x="922408" y="988873"/>
                  </a:lnTo>
                  <a:lnTo>
                    <a:pt x="878285" y="991095"/>
                  </a:lnTo>
                  <a:lnTo>
                    <a:pt x="856195" y="991352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1402" y="4860169"/>
              <a:ext cx="1714500" cy="991869"/>
            </a:xfrm>
            <a:custGeom>
              <a:avLst/>
              <a:gdLst/>
              <a:ahLst/>
              <a:cxnLst/>
              <a:rect l="l" t="t" r="r" b="b"/>
              <a:pathLst>
                <a:path w="1714500" h="991870">
                  <a:moveTo>
                    <a:pt x="857247" y="134103"/>
                  </a:moveTo>
                  <a:lnTo>
                    <a:pt x="1714497" y="134103"/>
                  </a:lnTo>
                  <a:lnTo>
                    <a:pt x="1714426" y="145150"/>
                  </a:lnTo>
                  <a:lnTo>
                    <a:pt x="1714213" y="156193"/>
                  </a:lnTo>
                  <a:lnTo>
                    <a:pt x="1711936" y="200313"/>
                  </a:lnTo>
                  <a:lnTo>
                    <a:pt x="1707390" y="244258"/>
                  </a:lnTo>
                  <a:lnTo>
                    <a:pt x="1700586" y="287910"/>
                  </a:lnTo>
                  <a:lnTo>
                    <a:pt x="1691542" y="331154"/>
                  </a:lnTo>
                  <a:lnTo>
                    <a:pt x="1680282" y="373874"/>
                  </a:lnTo>
                  <a:lnTo>
                    <a:pt x="1666837" y="415958"/>
                  </a:lnTo>
                  <a:lnTo>
                    <a:pt x="1651241" y="457293"/>
                  </a:lnTo>
                  <a:lnTo>
                    <a:pt x="1633536" y="497769"/>
                  </a:lnTo>
                  <a:lnTo>
                    <a:pt x="1613769" y="537280"/>
                  </a:lnTo>
                  <a:lnTo>
                    <a:pt x="1591993" y="575719"/>
                  </a:lnTo>
                  <a:lnTo>
                    <a:pt x="1568266" y="612986"/>
                  </a:lnTo>
                  <a:lnTo>
                    <a:pt x="1542650" y="648981"/>
                  </a:lnTo>
                  <a:lnTo>
                    <a:pt x="1515214" y="683609"/>
                  </a:lnTo>
                  <a:lnTo>
                    <a:pt x="1486030" y="716777"/>
                  </a:lnTo>
                  <a:lnTo>
                    <a:pt x="1455176" y="748397"/>
                  </a:lnTo>
                  <a:lnTo>
                    <a:pt x="1422734" y="778386"/>
                  </a:lnTo>
                  <a:lnTo>
                    <a:pt x="1388791" y="806664"/>
                  </a:lnTo>
                  <a:lnTo>
                    <a:pt x="1353435" y="833155"/>
                  </a:lnTo>
                  <a:lnTo>
                    <a:pt x="1316762" y="857790"/>
                  </a:lnTo>
                  <a:lnTo>
                    <a:pt x="1278868" y="880503"/>
                  </a:lnTo>
                  <a:lnTo>
                    <a:pt x="1239855" y="901233"/>
                  </a:lnTo>
                  <a:lnTo>
                    <a:pt x="1199825" y="919926"/>
                  </a:lnTo>
                  <a:lnTo>
                    <a:pt x="1158885" y="936532"/>
                  </a:lnTo>
                  <a:lnTo>
                    <a:pt x="1117144" y="951006"/>
                  </a:lnTo>
                  <a:lnTo>
                    <a:pt x="1074713" y="963311"/>
                  </a:lnTo>
                  <a:lnTo>
                    <a:pt x="1031704" y="973413"/>
                  </a:lnTo>
                  <a:lnTo>
                    <a:pt x="988232" y="981287"/>
                  </a:lnTo>
                  <a:lnTo>
                    <a:pt x="944412" y="986910"/>
                  </a:lnTo>
                  <a:lnTo>
                    <a:pt x="900361" y="990268"/>
                  </a:lnTo>
                  <a:lnTo>
                    <a:pt x="856195" y="991352"/>
                  </a:lnTo>
                  <a:lnTo>
                    <a:pt x="845150" y="991267"/>
                  </a:lnTo>
                  <a:lnTo>
                    <a:pt x="801006" y="989506"/>
                  </a:lnTo>
                  <a:lnTo>
                    <a:pt x="757011" y="985472"/>
                  </a:lnTo>
                  <a:lnTo>
                    <a:pt x="713283" y="979178"/>
                  </a:lnTo>
                  <a:lnTo>
                    <a:pt x="669936" y="970639"/>
                  </a:lnTo>
                  <a:lnTo>
                    <a:pt x="627088" y="959878"/>
                  </a:lnTo>
                  <a:lnTo>
                    <a:pt x="584850" y="946924"/>
                  </a:lnTo>
                  <a:lnTo>
                    <a:pt x="543336" y="931811"/>
                  </a:lnTo>
                  <a:lnTo>
                    <a:pt x="502656" y="914579"/>
                  </a:lnTo>
                  <a:lnTo>
                    <a:pt x="462918" y="895274"/>
                  </a:lnTo>
                  <a:lnTo>
                    <a:pt x="424227" y="873948"/>
                  </a:lnTo>
                  <a:lnTo>
                    <a:pt x="386686" y="850657"/>
                  </a:lnTo>
                  <a:lnTo>
                    <a:pt x="350395" y="825462"/>
                  </a:lnTo>
                  <a:lnTo>
                    <a:pt x="315450" y="798432"/>
                  </a:lnTo>
                  <a:lnTo>
                    <a:pt x="281943" y="769637"/>
                  </a:lnTo>
                  <a:lnTo>
                    <a:pt x="249965" y="739154"/>
                  </a:lnTo>
                  <a:lnTo>
                    <a:pt x="219600" y="707064"/>
                  </a:lnTo>
                  <a:lnTo>
                    <a:pt x="190929" y="673452"/>
                  </a:lnTo>
                  <a:lnTo>
                    <a:pt x="164027" y="638408"/>
                  </a:lnTo>
                  <a:lnTo>
                    <a:pt x="138966" y="602024"/>
                  </a:lnTo>
                  <a:lnTo>
                    <a:pt x="115813" y="564398"/>
                  </a:lnTo>
                  <a:lnTo>
                    <a:pt x="94630" y="525628"/>
                  </a:lnTo>
                  <a:lnTo>
                    <a:pt x="75471" y="485819"/>
                  </a:lnTo>
                  <a:lnTo>
                    <a:pt x="58389" y="445076"/>
                  </a:lnTo>
                  <a:lnTo>
                    <a:pt x="43429" y="403507"/>
                  </a:lnTo>
                  <a:lnTo>
                    <a:pt x="30631" y="361222"/>
                  </a:lnTo>
                  <a:lnTo>
                    <a:pt x="20027" y="318334"/>
                  </a:lnTo>
                  <a:lnTo>
                    <a:pt x="11648" y="274957"/>
                  </a:lnTo>
                  <a:lnTo>
                    <a:pt x="5514" y="231205"/>
                  </a:lnTo>
                  <a:lnTo>
                    <a:pt x="1643" y="187196"/>
                  </a:lnTo>
                  <a:lnTo>
                    <a:pt x="44" y="143046"/>
                  </a:lnTo>
                  <a:lnTo>
                    <a:pt x="0" y="131999"/>
                  </a:lnTo>
                  <a:lnTo>
                    <a:pt x="98" y="120953"/>
                  </a:lnTo>
                  <a:lnTo>
                    <a:pt x="1914" y="76811"/>
                  </a:lnTo>
                  <a:lnTo>
                    <a:pt x="6001" y="32821"/>
                  </a:lnTo>
                  <a:lnTo>
                    <a:pt x="10551" y="0"/>
                  </a:lnTo>
                  <a:lnTo>
                    <a:pt x="857247" y="13410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02891" y="5611711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52.5%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50900" y="6956422"/>
            <a:ext cx="3171825" cy="1905000"/>
            <a:chOff x="850900" y="6956422"/>
            <a:chExt cx="3171825" cy="1905000"/>
          </a:xfrm>
        </p:grpSpPr>
        <p:sp>
          <p:nvSpPr>
            <p:cNvPr id="35" name="object 35"/>
            <p:cNvSpPr/>
            <p:nvPr/>
          </p:nvSpPr>
          <p:spPr>
            <a:xfrm>
              <a:off x="850900" y="69564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7051672"/>
              <a:ext cx="95250" cy="9524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048000" y="698658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36637" y="7046910"/>
            <a:ext cx="1986280" cy="1724025"/>
            <a:chOff x="1036637" y="7046910"/>
            <a:chExt cx="1986280" cy="172402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204072"/>
              <a:ext cx="95250" cy="9524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637" y="7046910"/>
              <a:ext cx="1724025" cy="172402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2264717" y="7364906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25%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26058" y="8303565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75%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57"/>
            <a:ext cx="6086475" cy="8334375"/>
          </a:xfrm>
          <a:custGeom>
            <a:avLst/>
            <a:gdLst/>
            <a:ahLst/>
            <a:cxnLst/>
            <a:rect l="l" t="t" r="r" b="b"/>
            <a:pathLst>
              <a:path w="6086475" h="8334375">
                <a:moveTo>
                  <a:pt x="0" y="2662237"/>
                </a:moveTo>
                <a:lnTo>
                  <a:pt x="0" y="71437"/>
                </a:lnTo>
                <a:lnTo>
                  <a:pt x="0" y="66744"/>
                </a:lnTo>
                <a:lnTo>
                  <a:pt x="457" y="62098"/>
                </a:lnTo>
                <a:lnTo>
                  <a:pt x="1372" y="57498"/>
                </a:lnTo>
                <a:lnTo>
                  <a:pt x="2287" y="52894"/>
                </a:lnTo>
                <a:lnTo>
                  <a:pt x="3642" y="48425"/>
                </a:lnTo>
                <a:lnTo>
                  <a:pt x="5437" y="44095"/>
                </a:lnTo>
                <a:lnTo>
                  <a:pt x="7232" y="39760"/>
                </a:lnTo>
                <a:lnTo>
                  <a:pt x="9433" y="35644"/>
                </a:lnTo>
                <a:lnTo>
                  <a:pt x="12039" y="31742"/>
                </a:lnTo>
                <a:lnTo>
                  <a:pt x="14645" y="27840"/>
                </a:lnTo>
                <a:lnTo>
                  <a:pt x="17606" y="24235"/>
                </a:lnTo>
                <a:lnTo>
                  <a:pt x="20923" y="20919"/>
                </a:lnTo>
                <a:lnTo>
                  <a:pt x="24240" y="17603"/>
                </a:lnTo>
                <a:lnTo>
                  <a:pt x="57500" y="1371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28973" y="1371"/>
                </a:lnTo>
                <a:lnTo>
                  <a:pt x="6033574" y="2283"/>
                </a:lnTo>
                <a:lnTo>
                  <a:pt x="6065550" y="20919"/>
                </a:lnTo>
                <a:lnTo>
                  <a:pt x="6068867" y="24235"/>
                </a:lnTo>
                <a:lnTo>
                  <a:pt x="6071828" y="27840"/>
                </a:lnTo>
                <a:lnTo>
                  <a:pt x="6074433" y="31742"/>
                </a:lnTo>
                <a:lnTo>
                  <a:pt x="6077040" y="35644"/>
                </a:lnTo>
                <a:lnTo>
                  <a:pt x="6079241" y="39760"/>
                </a:lnTo>
                <a:lnTo>
                  <a:pt x="6081035" y="44095"/>
                </a:lnTo>
                <a:lnTo>
                  <a:pt x="6082831" y="48425"/>
                </a:lnTo>
                <a:lnTo>
                  <a:pt x="6084186" y="52894"/>
                </a:lnTo>
                <a:lnTo>
                  <a:pt x="6085101" y="57498"/>
                </a:lnTo>
                <a:lnTo>
                  <a:pt x="6086016" y="62098"/>
                </a:lnTo>
                <a:lnTo>
                  <a:pt x="6086474" y="66744"/>
                </a:lnTo>
                <a:lnTo>
                  <a:pt x="6086475" y="71437"/>
                </a:lnTo>
                <a:lnTo>
                  <a:pt x="6086475" y="2662237"/>
                </a:lnTo>
                <a:lnTo>
                  <a:pt x="6086474" y="2666930"/>
                </a:lnTo>
                <a:lnTo>
                  <a:pt x="6086016" y="2671571"/>
                </a:lnTo>
                <a:lnTo>
                  <a:pt x="6085101" y="2676171"/>
                </a:lnTo>
                <a:lnTo>
                  <a:pt x="6084186" y="2680771"/>
                </a:lnTo>
                <a:lnTo>
                  <a:pt x="6082831" y="2685240"/>
                </a:lnTo>
                <a:lnTo>
                  <a:pt x="6081035" y="2689570"/>
                </a:lnTo>
                <a:lnTo>
                  <a:pt x="6079241" y="2693905"/>
                </a:lnTo>
                <a:lnTo>
                  <a:pt x="6077040" y="2698021"/>
                </a:lnTo>
                <a:lnTo>
                  <a:pt x="6074433" y="2701918"/>
                </a:lnTo>
                <a:lnTo>
                  <a:pt x="6071828" y="2705821"/>
                </a:lnTo>
                <a:lnTo>
                  <a:pt x="6068867" y="2709434"/>
                </a:lnTo>
                <a:lnTo>
                  <a:pt x="6065550" y="2712750"/>
                </a:lnTo>
                <a:lnTo>
                  <a:pt x="6062234" y="2716067"/>
                </a:lnTo>
                <a:lnTo>
                  <a:pt x="6028973" y="2732298"/>
                </a:lnTo>
                <a:lnTo>
                  <a:pt x="6024373" y="2733214"/>
                </a:lnTo>
                <a:lnTo>
                  <a:pt x="6019728" y="2733670"/>
                </a:lnTo>
                <a:lnTo>
                  <a:pt x="6015037" y="2733675"/>
                </a:lnTo>
                <a:lnTo>
                  <a:pt x="71437" y="2733675"/>
                </a:lnTo>
                <a:lnTo>
                  <a:pt x="31748" y="2721629"/>
                </a:lnTo>
                <a:lnTo>
                  <a:pt x="20923" y="2712750"/>
                </a:lnTo>
                <a:lnTo>
                  <a:pt x="17606" y="2709434"/>
                </a:lnTo>
                <a:lnTo>
                  <a:pt x="14645" y="2705821"/>
                </a:lnTo>
                <a:lnTo>
                  <a:pt x="12039" y="2701918"/>
                </a:lnTo>
                <a:lnTo>
                  <a:pt x="9433" y="2698021"/>
                </a:lnTo>
                <a:lnTo>
                  <a:pt x="7232" y="2693905"/>
                </a:lnTo>
                <a:lnTo>
                  <a:pt x="5437" y="2689570"/>
                </a:lnTo>
                <a:lnTo>
                  <a:pt x="3642" y="2685240"/>
                </a:lnTo>
                <a:lnTo>
                  <a:pt x="2287" y="2680771"/>
                </a:lnTo>
                <a:lnTo>
                  <a:pt x="1372" y="2676171"/>
                </a:lnTo>
                <a:lnTo>
                  <a:pt x="457" y="2671571"/>
                </a:lnTo>
                <a:lnTo>
                  <a:pt x="0" y="2666930"/>
                </a:lnTo>
                <a:lnTo>
                  <a:pt x="0" y="2662237"/>
                </a:lnTo>
                <a:close/>
              </a:path>
              <a:path w="6086475" h="8334375">
                <a:moveTo>
                  <a:pt x="0" y="5348287"/>
                </a:moveTo>
                <a:lnTo>
                  <a:pt x="0" y="2814637"/>
                </a:lnTo>
                <a:lnTo>
                  <a:pt x="0" y="2809944"/>
                </a:lnTo>
                <a:lnTo>
                  <a:pt x="457" y="2805293"/>
                </a:lnTo>
                <a:lnTo>
                  <a:pt x="12039" y="2774946"/>
                </a:lnTo>
                <a:lnTo>
                  <a:pt x="14645" y="2771044"/>
                </a:lnTo>
                <a:lnTo>
                  <a:pt x="17606" y="2767440"/>
                </a:lnTo>
                <a:lnTo>
                  <a:pt x="20923" y="2764124"/>
                </a:lnTo>
                <a:lnTo>
                  <a:pt x="24240" y="2760807"/>
                </a:lnTo>
                <a:lnTo>
                  <a:pt x="27848" y="2757845"/>
                </a:lnTo>
                <a:lnTo>
                  <a:pt x="31748" y="2755236"/>
                </a:lnTo>
                <a:lnTo>
                  <a:pt x="35649" y="2752626"/>
                </a:lnTo>
                <a:lnTo>
                  <a:pt x="39765" y="2750427"/>
                </a:lnTo>
                <a:lnTo>
                  <a:pt x="44099" y="2748636"/>
                </a:lnTo>
                <a:lnTo>
                  <a:pt x="48433" y="2746841"/>
                </a:lnTo>
                <a:lnTo>
                  <a:pt x="52900" y="2745487"/>
                </a:lnTo>
                <a:lnTo>
                  <a:pt x="57500" y="2744571"/>
                </a:lnTo>
                <a:lnTo>
                  <a:pt x="62101" y="2743656"/>
                </a:lnTo>
                <a:lnTo>
                  <a:pt x="66746" y="2743200"/>
                </a:lnTo>
                <a:lnTo>
                  <a:pt x="71437" y="2743200"/>
                </a:lnTo>
                <a:lnTo>
                  <a:pt x="6015037" y="2743200"/>
                </a:lnTo>
                <a:lnTo>
                  <a:pt x="6019728" y="2743200"/>
                </a:lnTo>
                <a:lnTo>
                  <a:pt x="6024373" y="2743656"/>
                </a:lnTo>
                <a:lnTo>
                  <a:pt x="6028973" y="2744571"/>
                </a:lnTo>
                <a:lnTo>
                  <a:pt x="6033574" y="2745487"/>
                </a:lnTo>
                <a:lnTo>
                  <a:pt x="6038041" y="2746841"/>
                </a:lnTo>
                <a:lnTo>
                  <a:pt x="6042374" y="2748636"/>
                </a:lnTo>
                <a:lnTo>
                  <a:pt x="6046708" y="2750427"/>
                </a:lnTo>
                <a:lnTo>
                  <a:pt x="6050825" y="2752626"/>
                </a:lnTo>
                <a:lnTo>
                  <a:pt x="6054725" y="2755236"/>
                </a:lnTo>
                <a:lnTo>
                  <a:pt x="6058625" y="2757845"/>
                </a:lnTo>
                <a:lnTo>
                  <a:pt x="6062234" y="2760807"/>
                </a:lnTo>
                <a:lnTo>
                  <a:pt x="6065550" y="2764124"/>
                </a:lnTo>
                <a:lnTo>
                  <a:pt x="6068867" y="2767440"/>
                </a:lnTo>
                <a:lnTo>
                  <a:pt x="6071828" y="2771044"/>
                </a:lnTo>
                <a:lnTo>
                  <a:pt x="6074433" y="2774946"/>
                </a:lnTo>
                <a:lnTo>
                  <a:pt x="6077040" y="2778849"/>
                </a:lnTo>
                <a:lnTo>
                  <a:pt x="6085101" y="2800693"/>
                </a:lnTo>
                <a:lnTo>
                  <a:pt x="6086016" y="2805293"/>
                </a:lnTo>
                <a:lnTo>
                  <a:pt x="6086474" y="2809944"/>
                </a:lnTo>
                <a:lnTo>
                  <a:pt x="6086475" y="2814637"/>
                </a:lnTo>
                <a:lnTo>
                  <a:pt x="6086475" y="5348287"/>
                </a:lnTo>
                <a:lnTo>
                  <a:pt x="6086474" y="5352975"/>
                </a:lnTo>
                <a:lnTo>
                  <a:pt x="6086016" y="5357621"/>
                </a:lnTo>
                <a:lnTo>
                  <a:pt x="6085101" y="5362221"/>
                </a:lnTo>
                <a:lnTo>
                  <a:pt x="6084186" y="5366821"/>
                </a:lnTo>
                <a:lnTo>
                  <a:pt x="6082831" y="5371286"/>
                </a:lnTo>
                <a:lnTo>
                  <a:pt x="6081035" y="5375615"/>
                </a:lnTo>
                <a:lnTo>
                  <a:pt x="6079241" y="5379950"/>
                </a:lnTo>
                <a:lnTo>
                  <a:pt x="6077040" y="5384066"/>
                </a:lnTo>
                <a:lnTo>
                  <a:pt x="6074433" y="5387968"/>
                </a:lnTo>
                <a:lnTo>
                  <a:pt x="6071828" y="5391871"/>
                </a:lnTo>
                <a:lnTo>
                  <a:pt x="6038041" y="5416074"/>
                </a:lnTo>
                <a:lnTo>
                  <a:pt x="6028973" y="5418343"/>
                </a:lnTo>
                <a:lnTo>
                  <a:pt x="6024373" y="5419260"/>
                </a:lnTo>
                <a:lnTo>
                  <a:pt x="6019728" y="5419720"/>
                </a:lnTo>
                <a:lnTo>
                  <a:pt x="6015037" y="5419725"/>
                </a:lnTo>
                <a:lnTo>
                  <a:pt x="71437" y="5419725"/>
                </a:lnTo>
                <a:lnTo>
                  <a:pt x="31748" y="5407674"/>
                </a:lnTo>
                <a:lnTo>
                  <a:pt x="5437" y="5375611"/>
                </a:lnTo>
                <a:lnTo>
                  <a:pt x="3642" y="5371281"/>
                </a:lnTo>
                <a:lnTo>
                  <a:pt x="2287" y="5366821"/>
                </a:lnTo>
                <a:lnTo>
                  <a:pt x="1372" y="5362221"/>
                </a:lnTo>
                <a:lnTo>
                  <a:pt x="457" y="5357621"/>
                </a:lnTo>
                <a:lnTo>
                  <a:pt x="0" y="5352975"/>
                </a:lnTo>
                <a:lnTo>
                  <a:pt x="0" y="5348287"/>
                </a:lnTo>
                <a:close/>
              </a:path>
              <a:path w="6086475" h="8334375">
                <a:moveTo>
                  <a:pt x="0" y="8262937"/>
                </a:moveTo>
                <a:lnTo>
                  <a:pt x="0" y="5500687"/>
                </a:lnTo>
                <a:lnTo>
                  <a:pt x="0" y="5495994"/>
                </a:lnTo>
                <a:lnTo>
                  <a:pt x="457" y="5491343"/>
                </a:lnTo>
                <a:lnTo>
                  <a:pt x="1372" y="5486743"/>
                </a:lnTo>
                <a:lnTo>
                  <a:pt x="2287" y="5482139"/>
                </a:lnTo>
                <a:lnTo>
                  <a:pt x="3642" y="5477670"/>
                </a:lnTo>
                <a:lnTo>
                  <a:pt x="20923" y="5450169"/>
                </a:lnTo>
                <a:lnTo>
                  <a:pt x="24240" y="5446853"/>
                </a:lnTo>
                <a:lnTo>
                  <a:pt x="27848" y="5443890"/>
                </a:lnTo>
                <a:lnTo>
                  <a:pt x="31748" y="5441286"/>
                </a:lnTo>
                <a:lnTo>
                  <a:pt x="35649" y="5438681"/>
                </a:lnTo>
                <a:lnTo>
                  <a:pt x="66746" y="5429250"/>
                </a:lnTo>
                <a:lnTo>
                  <a:pt x="71437" y="5429250"/>
                </a:lnTo>
                <a:lnTo>
                  <a:pt x="6015037" y="5429250"/>
                </a:lnTo>
                <a:lnTo>
                  <a:pt x="6019728" y="5429250"/>
                </a:lnTo>
                <a:lnTo>
                  <a:pt x="6024373" y="5429706"/>
                </a:lnTo>
                <a:lnTo>
                  <a:pt x="6054725" y="5441286"/>
                </a:lnTo>
                <a:lnTo>
                  <a:pt x="6058625" y="5443890"/>
                </a:lnTo>
                <a:lnTo>
                  <a:pt x="6062234" y="5446853"/>
                </a:lnTo>
                <a:lnTo>
                  <a:pt x="6065550" y="5450169"/>
                </a:lnTo>
                <a:lnTo>
                  <a:pt x="6068867" y="5453485"/>
                </a:lnTo>
                <a:lnTo>
                  <a:pt x="6071828" y="5457090"/>
                </a:lnTo>
                <a:lnTo>
                  <a:pt x="6074433" y="5460992"/>
                </a:lnTo>
                <a:lnTo>
                  <a:pt x="6077040" y="5464894"/>
                </a:lnTo>
                <a:lnTo>
                  <a:pt x="6085101" y="5486743"/>
                </a:lnTo>
                <a:lnTo>
                  <a:pt x="6086016" y="5491343"/>
                </a:lnTo>
                <a:lnTo>
                  <a:pt x="6086474" y="5495994"/>
                </a:lnTo>
                <a:lnTo>
                  <a:pt x="6086475" y="5500687"/>
                </a:lnTo>
                <a:lnTo>
                  <a:pt x="6086475" y="8262937"/>
                </a:lnTo>
                <a:lnTo>
                  <a:pt x="6086474" y="8267625"/>
                </a:lnTo>
                <a:lnTo>
                  <a:pt x="6086016" y="8272267"/>
                </a:lnTo>
                <a:lnTo>
                  <a:pt x="6085101" y="8276866"/>
                </a:lnTo>
                <a:lnTo>
                  <a:pt x="6084186" y="8281466"/>
                </a:lnTo>
                <a:lnTo>
                  <a:pt x="6082831" y="8285936"/>
                </a:lnTo>
                <a:lnTo>
                  <a:pt x="6081035" y="8290265"/>
                </a:lnTo>
                <a:lnTo>
                  <a:pt x="6079241" y="8294595"/>
                </a:lnTo>
                <a:lnTo>
                  <a:pt x="6065550" y="8313440"/>
                </a:lnTo>
                <a:lnTo>
                  <a:pt x="6062234" y="8316757"/>
                </a:lnTo>
                <a:lnTo>
                  <a:pt x="6028973" y="8332993"/>
                </a:lnTo>
                <a:lnTo>
                  <a:pt x="6024373" y="8333910"/>
                </a:lnTo>
                <a:lnTo>
                  <a:pt x="6019728" y="8334370"/>
                </a:lnTo>
                <a:lnTo>
                  <a:pt x="6015037" y="8334375"/>
                </a:lnTo>
                <a:lnTo>
                  <a:pt x="71437" y="8334375"/>
                </a:lnTo>
                <a:lnTo>
                  <a:pt x="31748" y="8322324"/>
                </a:lnTo>
                <a:lnTo>
                  <a:pt x="20923" y="8313440"/>
                </a:lnTo>
                <a:lnTo>
                  <a:pt x="17606" y="8310125"/>
                </a:lnTo>
                <a:lnTo>
                  <a:pt x="1372" y="8276866"/>
                </a:lnTo>
                <a:lnTo>
                  <a:pt x="457" y="8272267"/>
                </a:lnTo>
                <a:lnTo>
                  <a:pt x="0" y="8267625"/>
                </a:lnTo>
                <a:lnTo>
                  <a:pt x="0" y="826293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395851"/>
            <a:ext cx="464375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18-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experienced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page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showing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topic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recently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discussed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conversation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164219"/>
            <a:ext cx="4645660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19-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remember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how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many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watch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day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5825101"/>
            <a:ext cx="5022850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20-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personal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beliefs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ever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changed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because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repeated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content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on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made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certain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ideas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seem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more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acceptable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184273"/>
            <a:ext cx="3171825" cy="1905000"/>
            <a:chOff x="850900" y="1184273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184273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79523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431923"/>
              <a:ext cx="95250" cy="952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48000" y="1214435"/>
            <a:ext cx="508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Always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Sometimes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Never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93887" y="1584322"/>
            <a:ext cx="1129030" cy="557530"/>
            <a:chOff x="1893887" y="1584322"/>
            <a:chExt cx="1129030" cy="55753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1584322"/>
              <a:ext cx="95250" cy="952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98650" y="1632894"/>
              <a:ext cx="857250" cy="504190"/>
            </a:xfrm>
            <a:custGeom>
              <a:avLst/>
              <a:gdLst/>
              <a:ahLst/>
              <a:cxnLst/>
              <a:rect l="l" t="t" r="r" b="b"/>
              <a:pathLst>
                <a:path w="857250" h="504189">
                  <a:moveTo>
                    <a:pt x="857250" y="503878"/>
                  </a:moveTo>
                  <a:lnTo>
                    <a:pt x="0" y="503878"/>
                  </a:lnTo>
                  <a:lnTo>
                    <a:pt x="693529" y="0"/>
                  </a:lnTo>
                  <a:lnTo>
                    <a:pt x="730929" y="55964"/>
                  </a:lnTo>
                  <a:lnTo>
                    <a:pt x="763815" y="114695"/>
                  </a:lnTo>
                  <a:lnTo>
                    <a:pt x="791999" y="175821"/>
                  </a:lnTo>
                  <a:lnTo>
                    <a:pt x="815293" y="238974"/>
                  </a:lnTo>
                  <a:lnTo>
                    <a:pt x="833568" y="303756"/>
                  </a:lnTo>
                  <a:lnTo>
                    <a:pt x="846695" y="369775"/>
                  </a:lnTo>
                  <a:lnTo>
                    <a:pt x="854611" y="436619"/>
                  </a:lnTo>
                  <a:lnTo>
                    <a:pt x="857250" y="503878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98650" y="1632894"/>
              <a:ext cx="857250" cy="504190"/>
            </a:xfrm>
            <a:custGeom>
              <a:avLst/>
              <a:gdLst/>
              <a:ahLst/>
              <a:cxnLst/>
              <a:rect l="l" t="t" r="r" b="b"/>
              <a:pathLst>
                <a:path w="857250" h="504189">
                  <a:moveTo>
                    <a:pt x="0" y="503878"/>
                  </a:moveTo>
                  <a:lnTo>
                    <a:pt x="693529" y="0"/>
                  </a:lnTo>
                  <a:lnTo>
                    <a:pt x="712793" y="27636"/>
                  </a:lnTo>
                  <a:lnTo>
                    <a:pt x="730929" y="55964"/>
                  </a:lnTo>
                  <a:lnTo>
                    <a:pt x="763815" y="114695"/>
                  </a:lnTo>
                  <a:lnTo>
                    <a:pt x="791999" y="175821"/>
                  </a:lnTo>
                  <a:lnTo>
                    <a:pt x="815293" y="238974"/>
                  </a:lnTo>
                  <a:lnTo>
                    <a:pt x="833568" y="303756"/>
                  </a:lnTo>
                  <a:lnTo>
                    <a:pt x="846695" y="369775"/>
                  </a:lnTo>
                  <a:lnTo>
                    <a:pt x="854611" y="436619"/>
                  </a:lnTo>
                  <a:lnTo>
                    <a:pt x="857250" y="503878"/>
                  </a:lnTo>
                  <a:lnTo>
                    <a:pt x="0" y="503878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24112" y="1857819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47191" y="1274766"/>
            <a:ext cx="1550035" cy="866775"/>
            <a:chOff x="1047191" y="1274766"/>
            <a:chExt cx="1550035" cy="866775"/>
          </a:xfrm>
        </p:grpSpPr>
        <p:sp>
          <p:nvSpPr>
            <p:cNvPr id="19" name="object 19"/>
            <p:cNvSpPr/>
            <p:nvPr/>
          </p:nvSpPr>
          <p:spPr>
            <a:xfrm>
              <a:off x="1051954" y="1279528"/>
              <a:ext cx="1540510" cy="857250"/>
            </a:xfrm>
            <a:custGeom>
              <a:avLst/>
              <a:gdLst/>
              <a:ahLst/>
              <a:cxnLst/>
              <a:rect l="l" t="t" r="r" b="b"/>
              <a:pathLst>
                <a:path w="1540510" h="857250">
                  <a:moveTo>
                    <a:pt x="846695" y="857244"/>
                  </a:moveTo>
                  <a:lnTo>
                    <a:pt x="0" y="723140"/>
                  </a:lnTo>
                  <a:lnTo>
                    <a:pt x="2612" y="707576"/>
                  </a:lnTo>
                  <a:lnTo>
                    <a:pt x="5509" y="692067"/>
                  </a:lnTo>
                  <a:lnTo>
                    <a:pt x="15909" y="645886"/>
                  </a:lnTo>
                  <a:lnTo>
                    <a:pt x="28841" y="600356"/>
                  </a:lnTo>
                  <a:lnTo>
                    <a:pt x="44265" y="555608"/>
                  </a:lnTo>
                  <a:lnTo>
                    <a:pt x="62139" y="511775"/>
                  </a:lnTo>
                  <a:lnTo>
                    <a:pt x="82404" y="468996"/>
                  </a:lnTo>
                  <a:lnTo>
                    <a:pt x="104997" y="427405"/>
                  </a:lnTo>
                  <a:lnTo>
                    <a:pt x="129851" y="387124"/>
                  </a:lnTo>
                  <a:lnTo>
                    <a:pt x="156894" y="348272"/>
                  </a:lnTo>
                  <a:lnTo>
                    <a:pt x="186040" y="310972"/>
                  </a:lnTo>
                  <a:lnTo>
                    <a:pt x="217197" y="275342"/>
                  </a:lnTo>
                  <a:lnTo>
                    <a:pt x="250273" y="241485"/>
                  </a:lnTo>
                  <a:lnTo>
                    <a:pt x="285171" y="209503"/>
                  </a:lnTo>
                  <a:lnTo>
                    <a:pt x="321782" y="179495"/>
                  </a:lnTo>
                  <a:lnTo>
                    <a:pt x="359988" y="151557"/>
                  </a:lnTo>
                  <a:lnTo>
                    <a:pt x="399678" y="125770"/>
                  </a:lnTo>
                  <a:lnTo>
                    <a:pt x="440736" y="102211"/>
                  </a:lnTo>
                  <a:lnTo>
                    <a:pt x="483032" y="80954"/>
                  </a:lnTo>
                  <a:lnTo>
                    <a:pt x="526431" y="62066"/>
                  </a:lnTo>
                  <a:lnTo>
                    <a:pt x="570807" y="45602"/>
                  </a:lnTo>
                  <a:lnTo>
                    <a:pt x="616029" y="31610"/>
                  </a:lnTo>
                  <a:lnTo>
                    <a:pt x="661954" y="20137"/>
                  </a:lnTo>
                  <a:lnTo>
                    <a:pt x="708437" y="11216"/>
                  </a:lnTo>
                  <a:lnTo>
                    <a:pt x="755342" y="4875"/>
                  </a:lnTo>
                  <a:lnTo>
                    <a:pt x="802531" y="1132"/>
                  </a:lnTo>
                  <a:lnTo>
                    <a:pt x="849854" y="0"/>
                  </a:lnTo>
                  <a:lnTo>
                    <a:pt x="865630" y="203"/>
                  </a:lnTo>
                  <a:lnTo>
                    <a:pt x="912908" y="2555"/>
                  </a:lnTo>
                  <a:lnTo>
                    <a:pt x="959979" y="7512"/>
                  </a:lnTo>
                  <a:lnTo>
                    <a:pt x="1006705" y="15059"/>
                  </a:lnTo>
                  <a:lnTo>
                    <a:pt x="1052949" y="25176"/>
                  </a:lnTo>
                  <a:lnTo>
                    <a:pt x="1098563" y="37829"/>
                  </a:lnTo>
                  <a:lnTo>
                    <a:pt x="1143404" y="52979"/>
                  </a:lnTo>
                  <a:lnTo>
                    <a:pt x="1187341" y="70581"/>
                  </a:lnTo>
                  <a:lnTo>
                    <a:pt x="1230244" y="90583"/>
                  </a:lnTo>
                  <a:lnTo>
                    <a:pt x="1271978" y="112924"/>
                  </a:lnTo>
                  <a:lnTo>
                    <a:pt x="1312410" y="137530"/>
                  </a:lnTo>
                  <a:lnTo>
                    <a:pt x="1351423" y="164331"/>
                  </a:lnTo>
                  <a:lnTo>
                    <a:pt x="1388901" y="193248"/>
                  </a:lnTo>
                  <a:lnTo>
                    <a:pt x="1424726" y="224189"/>
                  </a:lnTo>
                  <a:lnTo>
                    <a:pt x="1458784" y="257057"/>
                  </a:lnTo>
                  <a:lnTo>
                    <a:pt x="1490977" y="291754"/>
                  </a:lnTo>
                  <a:lnTo>
                    <a:pt x="1521209" y="328179"/>
                  </a:lnTo>
                  <a:lnTo>
                    <a:pt x="1540225" y="353365"/>
                  </a:lnTo>
                  <a:lnTo>
                    <a:pt x="846695" y="857244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1954" y="1279528"/>
              <a:ext cx="1540510" cy="857250"/>
            </a:xfrm>
            <a:custGeom>
              <a:avLst/>
              <a:gdLst/>
              <a:ahLst/>
              <a:cxnLst/>
              <a:rect l="l" t="t" r="r" b="b"/>
              <a:pathLst>
                <a:path w="1540510" h="857250">
                  <a:moveTo>
                    <a:pt x="846695" y="857244"/>
                  </a:moveTo>
                  <a:lnTo>
                    <a:pt x="0" y="723140"/>
                  </a:lnTo>
                  <a:lnTo>
                    <a:pt x="2612" y="707576"/>
                  </a:lnTo>
                  <a:lnTo>
                    <a:pt x="5509" y="692067"/>
                  </a:lnTo>
                  <a:lnTo>
                    <a:pt x="15909" y="645886"/>
                  </a:lnTo>
                  <a:lnTo>
                    <a:pt x="28841" y="600356"/>
                  </a:lnTo>
                  <a:lnTo>
                    <a:pt x="44265" y="555608"/>
                  </a:lnTo>
                  <a:lnTo>
                    <a:pt x="62139" y="511775"/>
                  </a:lnTo>
                  <a:lnTo>
                    <a:pt x="82404" y="468996"/>
                  </a:lnTo>
                  <a:lnTo>
                    <a:pt x="104997" y="427405"/>
                  </a:lnTo>
                  <a:lnTo>
                    <a:pt x="129851" y="387124"/>
                  </a:lnTo>
                  <a:lnTo>
                    <a:pt x="156894" y="348272"/>
                  </a:lnTo>
                  <a:lnTo>
                    <a:pt x="186040" y="310972"/>
                  </a:lnTo>
                  <a:lnTo>
                    <a:pt x="217197" y="275342"/>
                  </a:lnTo>
                  <a:lnTo>
                    <a:pt x="250273" y="241485"/>
                  </a:lnTo>
                  <a:lnTo>
                    <a:pt x="285171" y="209503"/>
                  </a:lnTo>
                  <a:lnTo>
                    <a:pt x="321782" y="179495"/>
                  </a:lnTo>
                  <a:lnTo>
                    <a:pt x="359988" y="151557"/>
                  </a:lnTo>
                  <a:lnTo>
                    <a:pt x="399678" y="125770"/>
                  </a:lnTo>
                  <a:lnTo>
                    <a:pt x="440736" y="102211"/>
                  </a:lnTo>
                  <a:lnTo>
                    <a:pt x="483032" y="80954"/>
                  </a:lnTo>
                  <a:lnTo>
                    <a:pt x="526431" y="62066"/>
                  </a:lnTo>
                  <a:lnTo>
                    <a:pt x="570807" y="45602"/>
                  </a:lnTo>
                  <a:lnTo>
                    <a:pt x="616029" y="31610"/>
                  </a:lnTo>
                  <a:lnTo>
                    <a:pt x="661954" y="20137"/>
                  </a:lnTo>
                  <a:lnTo>
                    <a:pt x="708437" y="11216"/>
                  </a:lnTo>
                  <a:lnTo>
                    <a:pt x="755342" y="4875"/>
                  </a:lnTo>
                  <a:lnTo>
                    <a:pt x="802531" y="1132"/>
                  </a:lnTo>
                  <a:lnTo>
                    <a:pt x="849854" y="0"/>
                  </a:lnTo>
                  <a:lnTo>
                    <a:pt x="865630" y="203"/>
                  </a:lnTo>
                  <a:lnTo>
                    <a:pt x="912908" y="2555"/>
                  </a:lnTo>
                  <a:lnTo>
                    <a:pt x="959979" y="7512"/>
                  </a:lnTo>
                  <a:lnTo>
                    <a:pt x="1006705" y="15059"/>
                  </a:lnTo>
                  <a:lnTo>
                    <a:pt x="1052949" y="25176"/>
                  </a:lnTo>
                  <a:lnTo>
                    <a:pt x="1098563" y="37829"/>
                  </a:lnTo>
                  <a:lnTo>
                    <a:pt x="1143404" y="52979"/>
                  </a:lnTo>
                  <a:lnTo>
                    <a:pt x="1187341" y="70581"/>
                  </a:lnTo>
                  <a:lnTo>
                    <a:pt x="1230244" y="90583"/>
                  </a:lnTo>
                  <a:lnTo>
                    <a:pt x="1271978" y="112924"/>
                  </a:lnTo>
                  <a:lnTo>
                    <a:pt x="1312410" y="137530"/>
                  </a:lnTo>
                  <a:lnTo>
                    <a:pt x="1351423" y="164331"/>
                  </a:lnTo>
                  <a:lnTo>
                    <a:pt x="1388901" y="193248"/>
                  </a:lnTo>
                  <a:lnTo>
                    <a:pt x="1424726" y="224189"/>
                  </a:lnTo>
                  <a:lnTo>
                    <a:pt x="1458784" y="257057"/>
                  </a:lnTo>
                  <a:lnTo>
                    <a:pt x="1490977" y="291754"/>
                  </a:lnTo>
                  <a:lnTo>
                    <a:pt x="1521209" y="328179"/>
                  </a:lnTo>
                  <a:lnTo>
                    <a:pt x="1540225" y="353365"/>
                  </a:lnTo>
                  <a:lnTo>
                    <a:pt x="846695" y="857244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599158" y="1403744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37.5%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6640" y="1997907"/>
            <a:ext cx="1724025" cy="1001394"/>
            <a:chOff x="1036640" y="1997907"/>
            <a:chExt cx="1724025" cy="1001394"/>
          </a:xfrm>
        </p:grpSpPr>
        <p:sp>
          <p:nvSpPr>
            <p:cNvPr id="23" name="object 23"/>
            <p:cNvSpPr/>
            <p:nvPr/>
          </p:nvSpPr>
          <p:spPr>
            <a:xfrm>
              <a:off x="1041402" y="2002669"/>
              <a:ext cx="1714500" cy="991869"/>
            </a:xfrm>
            <a:custGeom>
              <a:avLst/>
              <a:gdLst/>
              <a:ahLst/>
              <a:cxnLst/>
              <a:rect l="l" t="t" r="r" b="b"/>
              <a:pathLst>
                <a:path w="1714500" h="991869">
                  <a:moveTo>
                    <a:pt x="856195" y="991352"/>
                  </a:moveTo>
                  <a:lnTo>
                    <a:pt x="812032" y="990159"/>
                  </a:lnTo>
                  <a:lnTo>
                    <a:pt x="767989" y="986693"/>
                  </a:lnTo>
                  <a:lnTo>
                    <a:pt x="724182" y="980962"/>
                  </a:lnTo>
                  <a:lnTo>
                    <a:pt x="680730" y="972983"/>
                  </a:lnTo>
                  <a:lnTo>
                    <a:pt x="637746" y="962775"/>
                  </a:lnTo>
                  <a:lnTo>
                    <a:pt x="595345" y="950366"/>
                  </a:lnTo>
                  <a:lnTo>
                    <a:pt x="553640" y="935789"/>
                  </a:lnTo>
                  <a:lnTo>
                    <a:pt x="512741" y="919083"/>
                  </a:lnTo>
                  <a:lnTo>
                    <a:pt x="472757" y="900292"/>
                  </a:lnTo>
                  <a:lnTo>
                    <a:pt x="433795" y="879466"/>
                  </a:lnTo>
                  <a:lnTo>
                    <a:pt x="395957" y="856660"/>
                  </a:lnTo>
                  <a:lnTo>
                    <a:pt x="359344" y="831935"/>
                  </a:lnTo>
                  <a:lnTo>
                    <a:pt x="324054" y="805357"/>
                  </a:lnTo>
                  <a:lnTo>
                    <a:pt x="290179" y="776996"/>
                  </a:lnTo>
                  <a:lnTo>
                    <a:pt x="257811" y="746928"/>
                  </a:lnTo>
                  <a:lnTo>
                    <a:pt x="227035" y="715232"/>
                  </a:lnTo>
                  <a:lnTo>
                    <a:pt x="197933" y="681992"/>
                  </a:lnTo>
                  <a:lnTo>
                    <a:pt x="170582" y="647297"/>
                  </a:lnTo>
                  <a:lnTo>
                    <a:pt x="145055" y="611240"/>
                  </a:lnTo>
                  <a:lnTo>
                    <a:pt x="121419" y="573915"/>
                  </a:lnTo>
                  <a:lnTo>
                    <a:pt x="99737" y="535422"/>
                  </a:lnTo>
                  <a:lnTo>
                    <a:pt x="80068" y="495863"/>
                  </a:lnTo>
                  <a:lnTo>
                    <a:pt x="62462" y="455343"/>
                  </a:lnTo>
                  <a:lnTo>
                    <a:pt x="46968" y="413970"/>
                  </a:lnTo>
                  <a:lnTo>
                    <a:pt x="33625" y="371853"/>
                  </a:lnTo>
                  <a:lnTo>
                    <a:pt x="22471" y="329105"/>
                  </a:lnTo>
                  <a:lnTo>
                    <a:pt x="13533" y="285840"/>
                  </a:lnTo>
                  <a:lnTo>
                    <a:pt x="6836" y="242171"/>
                  </a:lnTo>
                  <a:lnTo>
                    <a:pt x="2398" y="198215"/>
                  </a:lnTo>
                  <a:lnTo>
                    <a:pt x="230" y="154089"/>
                  </a:lnTo>
                  <a:lnTo>
                    <a:pt x="0" y="131999"/>
                  </a:lnTo>
                  <a:lnTo>
                    <a:pt x="338" y="109910"/>
                  </a:lnTo>
                  <a:lnTo>
                    <a:pt x="2723" y="65795"/>
                  </a:lnTo>
                  <a:lnTo>
                    <a:pt x="7377" y="21862"/>
                  </a:lnTo>
                  <a:lnTo>
                    <a:pt x="10551" y="0"/>
                  </a:lnTo>
                  <a:lnTo>
                    <a:pt x="857247" y="134103"/>
                  </a:lnTo>
                  <a:lnTo>
                    <a:pt x="1714497" y="134103"/>
                  </a:lnTo>
                  <a:lnTo>
                    <a:pt x="1713359" y="178268"/>
                  </a:lnTo>
                  <a:lnTo>
                    <a:pt x="1709946" y="222315"/>
                  </a:lnTo>
                  <a:lnTo>
                    <a:pt x="1704269" y="266128"/>
                  </a:lnTo>
                  <a:lnTo>
                    <a:pt x="1696343" y="309590"/>
                  </a:lnTo>
                  <a:lnTo>
                    <a:pt x="1686188" y="352587"/>
                  </a:lnTo>
                  <a:lnTo>
                    <a:pt x="1673831" y="395002"/>
                  </a:lnTo>
                  <a:lnTo>
                    <a:pt x="1659305" y="436725"/>
                  </a:lnTo>
                  <a:lnTo>
                    <a:pt x="1642649" y="477645"/>
                  </a:lnTo>
                  <a:lnTo>
                    <a:pt x="1623907" y="517652"/>
                  </a:lnTo>
                  <a:lnTo>
                    <a:pt x="1603129" y="556640"/>
                  </a:lnTo>
                  <a:lnTo>
                    <a:pt x="1580370" y="594506"/>
                  </a:lnTo>
                  <a:lnTo>
                    <a:pt x="1555690" y="631149"/>
                  </a:lnTo>
                  <a:lnTo>
                    <a:pt x="1529155" y="666472"/>
                  </a:lnTo>
                  <a:lnTo>
                    <a:pt x="1500836" y="700381"/>
                  </a:lnTo>
                  <a:lnTo>
                    <a:pt x="1470807" y="732786"/>
                  </a:lnTo>
                  <a:lnTo>
                    <a:pt x="1439149" y="763601"/>
                  </a:lnTo>
                  <a:lnTo>
                    <a:pt x="1405945" y="792744"/>
                  </a:lnTo>
                  <a:lnTo>
                    <a:pt x="1371284" y="820137"/>
                  </a:lnTo>
                  <a:lnTo>
                    <a:pt x="1335257" y="845709"/>
                  </a:lnTo>
                  <a:lnTo>
                    <a:pt x="1297961" y="869391"/>
                  </a:lnTo>
                  <a:lnTo>
                    <a:pt x="1259495" y="891119"/>
                  </a:lnTo>
                  <a:lnTo>
                    <a:pt x="1219960" y="910838"/>
                  </a:lnTo>
                  <a:lnTo>
                    <a:pt x="1179462" y="928493"/>
                  </a:lnTo>
                  <a:lnTo>
                    <a:pt x="1138108" y="944038"/>
                  </a:lnTo>
                  <a:lnTo>
                    <a:pt x="1096008" y="957432"/>
                  </a:lnTo>
                  <a:lnTo>
                    <a:pt x="1053274" y="968639"/>
                  </a:lnTo>
                  <a:lnTo>
                    <a:pt x="1010019" y="977630"/>
                  </a:lnTo>
                  <a:lnTo>
                    <a:pt x="966358" y="984381"/>
                  </a:lnTo>
                  <a:lnTo>
                    <a:pt x="922408" y="988873"/>
                  </a:lnTo>
                  <a:lnTo>
                    <a:pt x="878285" y="991095"/>
                  </a:lnTo>
                  <a:lnTo>
                    <a:pt x="856195" y="991352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41402" y="2002669"/>
              <a:ext cx="1714500" cy="991869"/>
            </a:xfrm>
            <a:custGeom>
              <a:avLst/>
              <a:gdLst/>
              <a:ahLst/>
              <a:cxnLst/>
              <a:rect l="l" t="t" r="r" b="b"/>
              <a:pathLst>
                <a:path w="1714500" h="991869">
                  <a:moveTo>
                    <a:pt x="857247" y="134103"/>
                  </a:moveTo>
                  <a:lnTo>
                    <a:pt x="1714497" y="134103"/>
                  </a:lnTo>
                  <a:lnTo>
                    <a:pt x="1714426" y="145150"/>
                  </a:lnTo>
                  <a:lnTo>
                    <a:pt x="1714213" y="156193"/>
                  </a:lnTo>
                  <a:lnTo>
                    <a:pt x="1711936" y="200313"/>
                  </a:lnTo>
                  <a:lnTo>
                    <a:pt x="1707390" y="244258"/>
                  </a:lnTo>
                  <a:lnTo>
                    <a:pt x="1700586" y="287910"/>
                  </a:lnTo>
                  <a:lnTo>
                    <a:pt x="1691542" y="331154"/>
                  </a:lnTo>
                  <a:lnTo>
                    <a:pt x="1680282" y="373874"/>
                  </a:lnTo>
                  <a:lnTo>
                    <a:pt x="1666837" y="415958"/>
                  </a:lnTo>
                  <a:lnTo>
                    <a:pt x="1651241" y="457293"/>
                  </a:lnTo>
                  <a:lnTo>
                    <a:pt x="1633536" y="497769"/>
                  </a:lnTo>
                  <a:lnTo>
                    <a:pt x="1613769" y="537280"/>
                  </a:lnTo>
                  <a:lnTo>
                    <a:pt x="1591993" y="575719"/>
                  </a:lnTo>
                  <a:lnTo>
                    <a:pt x="1568266" y="612986"/>
                  </a:lnTo>
                  <a:lnTo>
                    <a:pt x="1542650" y="648981"/>
                  </a:lnTo>
                  <a:lnTo>
                    <a:pt x="1515214" y="683609"/>
                  </a:lnTo>
                  <a:lnTo>
                    <a:pt x="1486030" y="716777"/>
                  </a:lnTo>
                  <a:lnTo>
                    <a:pt x="1455176" y="748397"/>
                  </a:lnTo>
                  <a:lnTo>
                    <a:pt x="1422734" y="778386"/>
                  </a:lnTo>
                  <a:lnTo>
                    <a:pt x="1388791" y="806664"/>
                  </a:lnTo>
                  <a:lnTo>
                    <a:pt x="1353435" y="833155"/>
                  </a:lnTo>
                  <a:lnTo>
                    <a:pt x="1316762" y="857790"/>
                  </a:lnTo>
                  <a:lnTo>
                    <a:pt x="1278868" y="880503"/>
                  </a:lnTo>
                  <a:lnTo>
                    <a:pt x="1239855" y="901233"/>
                  </a:lnTo>
                  <a:lnTo>
                    <a:pt x="1199825" y="919926"/>
                  </a:lnTo>
                  <a:lnTo>
                    <a:pt x="1158885" y="936532"/>
                  </a:lnTo>
                  <a:lnTo>
                    <a:pt x="1117144" y="951006"/>
                  </a:lnTo>
                  <a:lnTo>
                    <a:pt x="1074713" y="963311"/>
                  </a:lnTo>
                  <a:lnTo>
                    <a:pt x="1031704" y="973413"/>
                  </a:lnTo>
                  <a:lnTo>
                    <a:pt x="988232" y="981287"/>
                  </a:lnTo>
                  <a:lnTo>
                    <a:pt x="944412" y="986910"/>
                  </a:lnTo>
                  <a:lnTo>
                    <a:pt x="900361" y="990268"/>
                  </a:lnTo>
                  <a:lnTo>
                    <a:pt x="856195" y="991352"/>
                  </a:lnTo>
                  <a:lnTo>
                    <a:pt x="845150" y="991267"/>
                  </a:lnTo>
                  <a:lnTo>
                    <a:pt x="801006" y="989506"/>
                  </a:lnTo>
                  <a:lnTo>
                    <a:pt x="757011" y="985472"/>
                  </a:lnTo>
                  <a:lnTo>
                    <a:pt x="713283" y="979178"/>
                  </a:lnTo>
                  <a:lnTo>
                    <a:pt x="669936" y="970639"/>
                  </a:lnTo>
                  <a:lnTo>
                    <a:pt x="627088" y="959878"/>
                  </a:lnTo>
                  <a:lnTo>
                    <a:pt x="584850" y="946924"/>
                  </a:lnTo>
                  <a:lnTo>
                    <a:pt x="543336" y="931811"/>
                  </a:lnTo>
                  <a:lnTo>
                    <a:pt x="502656" y="914579"/>
                  </a:lnTo>
                  <a:lnTo>
                    <a:pt x="462918" y="895274"/>
                  </a:lnTo>
                  <a:lnTo>
                    <a:pt x="424227" y="873948"/>
                  </a:lnTo>
                  <a:lnTo>
                    <a:pt x="386686" y="850657"/>
                  </a:lnTo>
                  <a:lnTo>
                    <a:pt x="350395" y="825462"/>
                  </a:lnTo>
                  <a:lnTo>
                    <a:pt x="315450" y="798432"/>
                  </a:lnTo>
                  <a:lnTo>
                    <a:pt x="281943" y="769637"/>
                  </a:lnTo>
                  <a:lnTo>
                    <a:pt x="249965" y="739154"/>
                  </a:lnTo>
                  <a:lnTo>
                    <a:pt x="219600" y="707064"/>
                  </a:lnTo>
                  <a:lnTo>
                    <a:pt x="190929" y="673452"/>
                  </a:lnTo>
                  <a:lnTo>
                    <a:pt x="164027" y="638408"/>
                  </a:lnTo>
                  <a:lnTo>
                    <a:pt x="138966" y="602024"/>
                  </a:lnTo>
                  <a:lnTo>
                    <a:pt x="115813" y="564398"/>
                  </a:lnTo>
                  <a:lnTo>
                    <a:pt x="94630" y="525628"/>
                  </a:lnTo>
                  <a:lnTo>
                    <a:pt x="75471" y="485819"/>
                  </a:lnTo>
                  <a:lnTo>
                    <a:pt x="58389" y="445076"/>
                  </a:lnTo>
                  <a:lnTo>
                    <a:pt x="43429" y="403507"/>
                  </a:lnTo>
                  <a:lnTo>
                    <a:pt x="30631" y="361222"/>
                  </a:lnTo>
                  <a:lnTo>
                    <a:pt x="20027" y="318334"/>
                  </a:lnTo>
                  <a:lnTo>
                    <a:pt x="11648" y="274957"/>
                  </a:lnTo>
                  <a:lnTo>
                    <a:pt x="5514" y="231205"/>
                  </a:lnTo>
                  <a:lnTo>
                    <a:pt x="1643" y="187196"/>
                  </a:lnTo>
                  <a:lnTo>
                    <a:pt x="44" y="143046"/>
                  </a:lnTo>
                  <a:lnTo>
                    <a:pt x="0" y="131999"/>
                  </a:lnTo>
                  <a:lnTo>
                    <a:pt x="98" y="120953"/>
                  </a:lnTo>
                  <a:lnTo>
                    <a:pt x="1914" y="76811"/>
                  </a:lnTo>
                  <a:lnTo>
                    <a:pt x="6001" y="32821"/>
                  </a:lnTo>
                  <a:lnTo>
                    <a:pt x="10551" y="0"/>
                  </a:lnTo>
                  <a:lnTo>
                    <a:pt x="857247" y="13410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02891" y="2754210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52.5%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0900" y="3870322"/>
            <a:ext cx="3171825" cy="1905000"/>
            <a:chOff x="850900" y="3870322"/>
            <a:chExt cx="3171825" cy="1905000"/>
          </a:xfrm>
        </p:grpSpPr>
        <p:sp>
          <p:nvSpPr>
            <p:cNvPr id="29" name="object 29"/>
            <p:cNvSpPr/>
            <p:nvPr/>
          </p:nvSpPr>
          <p:spPr>
            <a:xfrm>
              <a:off x="850900" y="38703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3965572"/>
              <a:ext cx="95250" cy="9524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117972"/>
              <a:ext cx="95250" cy="9524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048000" y="3900485"/>
            <a:ext cx="692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It's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uncountable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endParaRPr sz="7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93887" y="4124530"/>
            <a:ext cx="1129030" cy="703580"/>
            <a:chOff x="1893887" y="4124530"/>
            <a:chExt cx="1129030" cy="703580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4270372"/>
              <a:ext cx="95250" cy="9524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898650" y="4129292"/>
              <a:ext cx="857250" cy="694055"/>
            </a:xfrm>
            <a:custGeom>
              <a:avLst/>
              <a:gdLst/>
              <a:ahLst/>
              <a:cxnLst/>
              <a:rect l="l" t="t" r="r" b="b"/>
              <a:pathLst>
                <a:path w="857250" h="694054">
                  <a:moveTo>
                    <a:pt x="857250" y="693529"/>
                  </a:moveTo>
                  <a:lnTo>
                    <a:pt x="0" y="693529"/>
                  </a:lnTo>
                  <a:lnTo>
                    <a:pt x="503878" y="0"/>
                  </a:lnTo>
                  <a:lnTo>
                    <a:pt x="543834" y="30865"/>
                  </a:lnTo>
                  <a:lnTo>
                    <a:pt x="581901" y="64031"/>
                  </a:lnTo>
                  <a:lnTo>
                    <a:pt x="617952" y="99379"/>
                  </a:lnTo>
                  <a:lnTo>
                    <a:pt x="651858" y="136790"/>
                  </a:lnTo>
                  <a:lnTo>
                    <a:pt x="683504" y="176130"/>
                  </a:lnTo>
                  <a:lnTo>
                    <a:pt x="712777" y="217267"/>
                  </a:lnTo>
                  <a:lnTo>
                    <a:pt x="739580" y="260054"/>
                  </a:lnTo>
                  <a:lnTo>
                    <a:pt x="763815" y="304346"/>
                  </a:lnTo>
                  <a:lnTo>
                    <a:pt x="785403" y="349987"/>
                  </a:lnTo>
                  <a:lnTo>
                    <a:pt x="804264" y="396820"/>
                  </a:lnTo>
                  <a:lnTo>
                    <a:pt x="820338" y="444682"/>
                  </a:lnTo>
                  <a:lnTo>
                    <a:pt x="833563" y="493408"/>
                  </a:lnTo>
                  <a:lnTo>
                    <a:pt x="843900" y="542828"/>
                  </a:lnTo>
                  <a:lnTo>
                    <a:pt x="851307" y="592770"/>
                  </a:lnTo>
                  <a:lnTo>
                    <a:pt x="855764" y="643062"/>
                  </a:lnTo>
                  <a:lnTo>
                    <a:pt x="857250" y="69352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98650" y="4129292"/>
              <a:ext cx="857250" cy="694055"/>
            </a:xfrm>
            <a:custGeom>
              <a:avLst/>
              <a:gdLst/>
              <a:ahLst/>
              <a:cxnLst/>
              <a:rect l="l" t="t" r="r" b="b"/>
              <a:pathLst>
                <a:path w="857250" h="694054">
                  <a:moveTo>
                    <a:pt x="0" y="693529"/>
                  </a:moveTo>
                  <a:lnTo>
                    <a:pt x="503878" y="0"/>
                  </a:lnTo>
                  <a:lnTo>
                    <a:pt x="524092" y="15145"/>
                  </a:lnTo>
                  <a:lnTo>
                    <a:pt x="543834" y="30865"/>
                  </a:lnTo>
                  <a:lnTo>
                    <a:pt x="581901" y="64031"/>
                  </a:lnTo>
                  <a:lnTo>
                    <a:pt x="617952" y="99379"/>
                  </a:lnTo>
                  <a:lnTo>
                    <a:pt x="651858" y="136790"/>
                  </a:lnTo>
                  <a:lnTo>
                    <a:pt x="683504" y="176130"/>
                  </a:lnTo>
                  <a:lnTo>
                    <a:pt x="712777" y="217267"/>
                  </a:lnTo>
                  <a:lnTo>
                    <a:pt x="739580" y="260054"/>
                  </a:lnTo>
                  <a:lnTo>
                    <a:pt x="763815" y="304346"/>
                  </a:lnTo>
                  <a:lnTo>
                    <a:pt x="785403" y="349987"/>
                  </a:lnTo>
                  <a:lnTo>
                    <a:pt x="804264" y="396820"/>
                  </a:lnTo>
                  <a:lnTo>
                    <a:pt x="820338" y="444682"/>
                  </a:lnTo>
                  <a:lnTo>
                    <a:pt x="833563" y="493408"/>
                  </a:lnTo>
                  <a:lnTo>
                    <a:pt x="843900" y="542828"/>
                  </a:lnTo>
                  <a:lnTo>
                    <a:pt x="851307" y="592770"/>
                  </a:lnTo>
                  <a:lnTo>
                    <a:pt x="855764" y="643062"/>
                  </a:lnTo>
                  <a:lnTo>
                    <a:pt x="857250" y="693529"/>
                  </a:lnTo>
                  <a:lnTo>
                    <a:pt x="0" y="69352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383184" y="4448619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93887" y="3960810"/>
            <a:ext cx="513715" cy="866775"/>
            <a:chOff x="1893887" y="3960810"/>
            <a:chExt cx="513715" cy="866775"/>
          </a:xfrm>
        </p:grpSpPr>
        <p:sp>
          <p:nvSpPr>
            <p:cNvPr id="39" name="object 39"/>
            <p:cNvSpPr/>
            <p:nvPr/>
          </p:nvSpPr>
          <p:spPr>
            <a:xfrm>
              <a:off x="1898650" y="3965572"/>
              <a:ext cx="504190" cy="857250"/>
            </a:xfrm>
            <a:custGeom>
              <a:avLst/>
              <a:gdLst/>
              <a:ahLst/>
              <a:cxnLst/>
              <a:rect l="l" t="t" r="r" b="b"/>
              <a:pathLst>
                <a:path w="504189" h="857250">
                  <a:moveTo>
                    <a:pt x="0" y="857250"/>
                  </a:moveTo>
                  <a:lnTo>
                    <a:pt x="0" y="0"/>
                  </a:lnTo>
                  <a:lnTo>
                    <a:pt x="33681" y="659"/>
                  </a:lnTo>
                  <a:lnTo>
                    <a:pt x="100733" y="5936"/>
                  </a:lnTo>
                  <a:lnTo>
                    <a:pt x="167267" y="16474"/>
                  </a:lnTo>
                  <a:lnTo>
                    <a:pt x="232667" y="32175"/>
                  </a:lnTo>
                  <a:lnTo>
                    <a:pt x="296734" y="52992"/>
                  </a:lnTo>
                  <a:lnTo>
                    <a:pt x="358873" y="78731"/>
                  </a:lnTo>
                  <a:lnTo>
                    <a:pt x="418894" y="109313"/>
                  </a:lnTo>
                  <a:lnTo>
                    <a:pt x="476242" y="144456"/>
                  </a:lnTo>
                  <a:lnTo>
                    <a:pt x="503878" y="16372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898650" y="3965572"/>
              <a:ext cx="504190" cy="857250"/>
            </a:xfrm>
            <a:custGeom>
              <a:avLst/>
              <a:gdLst/>
              <a:ahLst/>
              <a:cxnLst/>
              <a:rect l="l" t="t" r="r" b="b"/>
              <a:pathLst>
                <a:path w="504189" h="857250">
                  <a:moveTo>
                    <a:pt x="0" y="857250"/>
                  </a:moveTo>
                  <a:lnTo>
                    <a:pt x="0" y="0"/>
                  </a:lnTo>
                  <a:lnTo>
                    <a:pt x="33681" y="659"/>
                  </a:lnTo>
                  <a:lnTo>
                    <a:pt x="100733" y="5936"/>
                  </a:lnTo>
                  <a:lnTo>
                    <a:pt x="167267" y="16474"/>
                  </a:lnTo>
                  <a:lnTo>
                    <a:pt x="232667" y="32175"/>
                  </a:lnTo>
                  <a:lnTo>
                    <a:pt x="296734" y="52992"/>
                  </a:lnTo>
                  <a:lnTo>
                    <a:pt x="358873" y="78731"/>
                  </a:lnTo>
                  <a:lnTo>
                    <a:pt x="418894" y="109313"/>
                  </a:lnTo>
                  <a:lnTo>
                    <a:pt x="476242" y="144456"/>
                  </a:lnTo>
                  <a:lnTo>
                    <a:pt x="503878" y="163720"/>
                  </a:lnTo>
                  <a:lnTo>
                    <a:pt x="0" y="85725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007244" y="4096343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36637" y="3960810"/>
            <a:ext cx="1724025" cy="1724025"/>
            <a:chOff x="1036637" y="3960810"/>
            <a:chExt cx="1724025" cy="1724025"/>
          </a:xfrm>
        </p:grpSpPr>
        <p:sp>
          <p:nvSpPr>
            <p:cNvPr id="43" name="object 43"/>
            <p:cNvSpPr/>
            <p:nvPr/>
          </p:nvSpPr>
          <p:spPr>
            <a:xfrm>
              <a:off x="1041400" y="3965572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50" y="1714500"/>
                  </a:moveTo>
                  <a:lnTo>
                    <a:pt x="815186" y="1713467"/>
                  </a:lnTo>
                  <a:lnTo>
                    <a:pt x="773224" y="1710372"/>
                  </a:lnTo>
                  <a:lnTo>
                    <a:pt x="731465" y="1705221"/>
                  </a:lnTo>
                  <a:lnTo>
                    <a:pt x="690008" y="1698028"/>
                  </a:lnTo>
                  <a:lnTo>
                    <a:pt x="648955" y="1688809"/>
                  </a:lnTo>
                  <a:lnTo>
                    <a:pt x="608403" y="1677587"/>
                  </a:lnTo>
                  <a:lnTo>
                    <a:pt x="568451" y="1664388"/>
                  </a:lnTo>
                  <a:lnTo>
                    <a:pt x="529194" y="1649245"/>
                  </a:lnTo>
                  <a:lnTo>
                    <a:pt x="490728" y="1632194"/>
                  </a:lnTo>
                  <a:lnTo>
                    <a:pt x="453145" y="1613276"/>
                  </a:lnTo>
                  <a:lnTo>
                    <a:pt x="416535" y="1592537"/>
                  </a:lnTo>
                  <a:lnTo>
                    <a:pt x="380987" y="1570027"/>
                  </a:lnTo>
                  <a:lnTo>
                    <a:pt x="346586" y="1545799"/>
                  </a:lnTo>
                  <a:lnTo>
                    <a:pt x="313416" y="1519913"/>
                  </a:lnTo>
                  <a:lnTo>
                    <a:pt x="281556" y="1492430"/>
                  </a:lnTo>
                  <a:lnTo>
                    <a:pt x="251082" y="1463417"/>
                  </a:lnTo>
                  <a:lnTo>
                    <a:pt x="222069" y="1432943"/>
                  </a:lnTo>
                  <a:lnTo>
                    <a:pt x="194586" y="1401083"/>
                  </a:lnTo>
                  <a:lnTo>
                    <a:pt x="168700" y="1367913"/>
                  </a:lnTo>
                  <a:lnTo>
                    <a:pt x="144472" y="1333512"/>
                  </a:lnTo>
                  <a:lnTo>
                    <a:pt x="121962" y="1297964"/>
                  </a:lnTo>
                  <a:lnTo>
                    <a:pt x="101222" y="1261354"/>
                  </a:lnTo>
                  <a:lnTo>
                    <a:pt x="82305" y="1223771"/>
                  </a:lnTo>
                  <a:lnTo>
                    <a:pt x="65254" y="1185305"/>
                  </a:lnTo>
                  <a:lnTo>
                    <a:pt x="50111" y="1146048"/>
                  </a:lnTo>
                  <a:lnTo>
                    <a:pt x="36912" y="1106096"/>
                  </a:lnTo>
                  <a:lnTo>
                    <a:pt x="25690" y="1065544"/>
                  </a:lnTo>
                  <a:lnTo>
                    <a:pt x="16471" y="1024491"/>
                  </a:lnTo>
                  <a:lnTo>
                    <a:pt x="9278" y="983034"/>
                  </a:lnTo>
                  <a:lnTo>
                    <a:pt x="4127" y="941275"/>
                  </a:lnTo>
                  <a:lnTo>
                    <a:pt x="1032" y="899313"/>
                  </a:lnTo>
                  <a:lnTo>
                    <a:pt x="0" y="857250"/>
                  </a:lnTo>
                  <a:lnTo>
                    <a:pt x="258" y="836212"/>
                  </a:lnTo>
                  <a:lnTo>
                    <a:pt x="2322" y="794186"/>
                  </a:lnTo>
                  <a:lnTo>
                    <a:pt x="6446" y="752313"/>
                  </a:lnTo>
                  <a:lnTo>
                    <a:pt x="12620" y="710692"/>
                  </a:lnTo>
                  <a:lnTo>
                    <a:pt x="20829" y="669425"/>
                  </a:lnTo>
                  <a:lnTo>
                    <a:pt x="31052" y="628610"/>
                  </a:lnTo>
                  <a:lnTo>
                    <a:pt x="43266" y="588346"/>
                  </a:lnTo>
                  <a:lnTo>
                    <a:pt x="57441" y="548729"/>
                  </a:lnTo>
                  <a:lnTo>
                    <a:pt x="73543" y="509856"/>
                  </a:lnTo>
                  <a:lnTo>
                    <a:pt x="91533" y="471820"/>
                  </a:lnTo>
                  <a:lnTo>
                    <a:pt x="111367" y="434712"/>
                  </a:lnTo>
                  <a:lnTo>
                    <a:pt x="132999" y="398623"/>
                  </a:lnTo>
                  <a:lnTo>
                    <a:pt x="156375" y="363638"/>
                  </a:lnTo>
                  <a:lnTo>
                    <a:pt x="181439" y="329842"/>
                  </a:lnTo>
                  <a:lnTo>
                    <a:pt x="208132" y="297317"/>
                  </a:lnTo>
                  <a:lnTo>
                    <a:pt x="236389" y="266141"/>
                  </a:lnTo>
                  <a:lnTo>
                    <a:pt x="266141" y="236389"/>
                  </a:lnTo>
                  <a:lnTo>
                    <a:pt x="297317" y="208132"/>
                  </a:lnTo>
                  <a:lnTo>
                    <a:pt x="329842" y="181439"/>
                  </a:lnTo>
                  <a:lnTo>
                    <a:pt x="363638" y="156375"/>
                  </a:lnTo>
                  <a:lnTo>
                    <a:pt x="398623" y="132999"/>
                  </a:lnTo>
                  <a:lnTo>
                    <a:pt x="434712" y="111367"/>
                  </a:lnTo>
                  <a:lnTo>
                    <a:pt x="471820" y="91533"/>
                  </a:lnTo>
                  <a:lnTo>
                    <a:pt x="509856" y="73543"/>
                  </a:lnTo>
                  <a:lnTo>
                    <a:pt x="548729" y="57441"/>
                  </a:lnTo>
                  <a:lnTo>
                    <a:pt x="588346" y="43266"/>
                  </a:lnTo>
                  <a:lnTo>
                    <a:pt x="628610" y="31052"/>
                  </a:lnTo>
                  <a:lnTo>
                    <a:pt x="669425" y="20829"/>
                  </a:lnTo>
                  <a:lnTo>
                    <a:pt x="710692" y="12620"/>
                  </a:lnTo>
                  <a:lnTo>
                    <a:pt x="752313" y="6446"/>
                  </a:lnTo>
                  <a:lnTo>
                    <a:pt x="794186" y="2322"/>
                  </a:lnTo>
                  <a:lnTo>
                    <a:pt x="836212" y="258"/>
                  </a:lnTo>
                  <a:lnTo>
                    <a:pt x="857250" y="0"/>
                  </a:lnTo>
                  <a:lnTo>
                    <a:pt x="857250" y="857250"/>
                  </a:lnTo>
                  <a:lnTo>
                    <a:pt x="1714500" y="857250"/>
                  </a:lnTo>
                  <a:lnTo>
                    <a:pt x="1713467" y="899313"/>
                  </a:lnTo>
                  <a:lnTo>
                    <a:pt x="1710372" y="941275"/>
                  </a:lnTo>
                  <a:lnTo>
                    <a:pt x="1705221" y="983034"/>
                  </a:lnTo>
                  <a:lnTo>
                    <a:pt x="1698027" y="1024491"/>
                  </a:lnTo>
                  <a:lnTo>
                    <a:pt x="1688808" y="1065544"/>
                  </a:lnTo>
                  <a:lnTo>
                    <a:pt x="1677587" y="1106096"/>
                  </a:lnTo>
                  <a:lnTo>
                    <a:pt x="1664388" y="1146048"/>
                  </a:lnTo>
                  <a:lnTo>
                    <a:pt x="1649245" y="1185305"/>
                  </a:lnTo>
                  <a:lnTo>
                    <a:pt x="1632194" y="1223771"/>
                  </a:lnTo>
                  <a:lnTo>
                    <a:pt x="1613276" y="1261354"/>
                  </a:lnTo>
                  <a:lnTo>
                    <a:pt x="1592537" y="1297964"/>
                  </a:lnTo>
                  <a:lnTo>
                    <a:pt x="1570026" y="1333512"/>
                  </a:lnTo>
                  <a:lnTo>
                    <a:pt x="1545799" y="1367913"/>
                  </a:lnTo>
                  <a:lnTo>
                    <a:pt x="1519913" y="1401083"/>
                  </a:lnTo>
                  <a:lnTo>
                    <a:pt x="1492430" y="1432943"/>
                  </a:lnTo>
                  <a:lnTo>
                    <a:pt x="1463417" y="1463417"/>
                  </a:lnTo>
                  <a:lnTo>
                    <a:pt x="1432943" y="1492430"/>
                  </a:lnTo>
                  <a:lnTo>
                    <a:pt x="1401083" y="1519913"/>
                  </a:lnTo>
                  <a:lnTo>
                    <a:pt x="1367913" y="1545799"/>
                  </a:lnTo>
                  <a:lnTo>
                    <a:pt x="1333512" y="1570027"/>
                  </a:lnTo>
                  <a:lnTo>
                    <a:pt x="1297964" y="1592537"/>
                  </a:lnTo>
                  <a:lnTo>
                    <a:pt x="1261354" y="1613276"/>
                  </a:lnTo>
                  <a:lnTo>
                    <a:pt x="1223771" y="1632194"/>
                  </a:lnTo>
                  <a:lnTo>
                    <a:pt x="1185305" y="1649245"/>
                  </a:lnTo>
                  <a:lnTo>
                    <a:pt x="1146048" y="1664388"/>
                  </a:lnTo>
                  <a:lnTo>
                    <a:pt x="1106096" y="1677587"/>
                  </a:lnTo>
                  <a:lnTo>
                    <a:pt x="1065544" y="1688809"/>
                  </a:lnTo>
                  <a:lnTo>
                    <a:pt x="1024491" y="1698028"/>
                  </a:lnTo>
                  <a:lnTo>
                    <a:pt x="983034" y="1705221"/>
                  </a:lnTo>
                  <a:lnTo>
                    <a:pt x="941275" y="1710372"/>
                  </a:lnTo>
                  <a:lnTo>
                    <a:pt x="899313" y="1713467"/>
                  </a:lnTo>
                  <a:lnTo>
                    <a:pt x="878287" y="1714241"/>
                  </a:lnTo>
                  <a:lnTo>
                    <a:pt x="857250" y="171450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41400" y="3965572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50" y="857250"/>
                  </a:moveTo>
                  <a:lnTo>
                    <a:pt x="1714500" y="857250"/>
                  </a:lnTo>
                  <a:lnTo>
                    <a:pt x="1714435" y="867770"/>
                  </a:lnTo>
                  <a:lnTo>
                    <a:pt x="1714241" y="878288"/>
                  </a:lnTo>
                  <a:lnTo>
                    <a:pt x="1712177" y="920313"/>
                  </a:lnTo>
                  <a:lnTo>
                    <a:pt x="1708052" y="962186"/>
                  </a:lnTo>
                  <a:lnTo>
                    <a:pt x="1701878" y="1003807"/>
                  </a:lnTo>
                  <a:lnTo>
                    <a:pt x="1693670" y="1045074"/>
                  </a:lnTo>
                  <a:lnTo>
                    <a:pt x="1683446" y="1085889"/>
                  </a:lnTo>
                  <a:lnTo>
                    <a:pt x="1671232" y="1126153"/>
                  </a:lnTo>
                  <a:lnTo>
                    <a:pt x="1657057" y="1165769"/>
                  </a:lnTo>
                  <a:lnTo>
                    <a:pt x="1640955" y="1204643"/>
                  </a:lnTo>
                  <a:lnTo>
                    <a:pt x="1622966" y="1242679"/>
                  </a:lnTo>
                  <a:lnTo>
                    <a:pt x="1603131" y="1279786"/>
                  </a:lnTo>
                  <a:lnTo>
                    <a:pt x="1581500" y="1315876"/>
                  </a:lnTo>
                  <a:lnTo>
                    <a:pt x="1558124" y="1350861"/>
                  </a:lnTo>
                  <a:lnTo>
                    <a:pt x="1533059" y="1384657"/>
                  </a:lnTo>
                  <a:lnTo>
                    <a:pt x="1506367" y="1417182"/>
                  </a:lnTo>
                  <a:lnTo>
                    <a:pt x="1478110" y="1448358"/>
                  </a:lnTo>
                  <a:lnTo>
                    <a:pt x="1448358" y="1478110"/>
                  </a:lnTo>
                  <a:lnTo>
                    <a:pt x="1417182" y="1506367"/>
                  </a:lnTo>
                  <a:lnTo>
                    <a:pt x="1384657" y="1533060"/>
                  </a:lnTo>
                  <a:lnTo>
                    <a:pt x="1350861" y="1558124"/>
                  </a:lnTo>
                  <a:lnTo>
                    <a:pt x="1315876" y="1581500"/>
                  </a:lnTo>
                  <a:lnTo>
                    <a:pt x="1279786" y="1603132"/>
                  </a:lnTo>
                  <a:lnTo>
                    <a:pt x="1242679" y="1622966"/>
                  </a:lnTo>
                  <a:lnTo>
                    <a:pt x="1204642" y="1640956"/>
                  </a:lnTo>
                  <a:lnTo>
                    <a:pt x="1165769" y="1657057"/>
                  </a:lnTo>
                  <a:lnTo>
                    <a:pt x="1126153" y="1671232"/>
                  </a:lnTo>
                  <a:lnTo>
                    <a:pt x="1085889" y="1683447"/>
                  </a:lnTo>
                  <a:lnTo>
                    <a:pt x="1045074" y="1693670"/>
                  </a:lnTo>
                  <a:lnTo>
                    <a:pt x="1003806" y="1701879"/>
                  </a:lnTo>
                  <a:lnTo>
                    <a:pt x="962186" y="1708053"/>
                  </a:lnTo>
                  <a:lnTo>
                    <a:pt x="920313" y="1712177"/>
                  </a:lnTo>
                  <a:lnTo>
                    <a:pt x="878287" y="1714241"/>
                  </a:lnTo>
                  <a:lnTo>
                    <a:pt x="857250" y="1714500"/>
                  </a:lnTo>
                  <a:lnTo>
                    <a:pt x="846729" y="1714435"/>
                  </a:lnTo>
                  <a:lnTo>
                    <a:pt x="804682" y="1712886"/>
                  </a:lnTo>
                  <a:lnTo>
                    <a:pt x="762761" y="1709276"/>
                  </a:lnTo>
                  <a:lnTo>
                    <a:pt x="721068" y="1703613"/>
                  </a:lnTo>
                  <a:lnTo>
                    <a:pt x="679702" y="1695912"/>
                  </a:lnTo>
                  <a:lnTo>
                    <a:pt x="638765" y="1686190"/>
                  </a:lnTo>
                  <a:lnTo>
                    <a:pt x="598354" y="1674471"/>
                  </a:lnTo>
                  <a:lnTo>
                    <a:pt x="558567" y="1660783"/>
                  </a:lnTo>
                  <a:lnTo>
                    <a:pt x="519499" y="1645159"/>
                  </a:lnTo>
                  <a:lnTo>
                    <a:pt x="481245" y="1627638"/>
                  </a:lnTo>
                  <a:lnTo>
                    <a:pt x="443897" y="1608260"/>
                  </a:lnTo>
                  <a:lnTo>
                    <a:pt x="407544" y="1587073"/>
                  </a:lnTo>
                  <a:lnTo>
                    <a:pt x="372275" y="1564128"/>
                  </a:lnTo>
                  <a:lnTo>
                    <a:pt x="338174" y="1539480"/>
                  </a:lnTo>
                  <a:lnTo>
                    <a:pt x="305324" y="1513189"/>
                  </a:lnTo>
                  <a:lnTo>
                    <a:pt x="273804" y="1485317"/>
                  </a:lnTo>
                  <a:lnTo>
                    <a:pt x="243689" y="1455932"/>
                  </a:lnTo>
                  <a:lnTo>
                    <a:pt x="215052" y="1425105"/>
                  </a:lnTo>
                  <a:lnTo>
                    <a:pt x="187962" y="1392909"/>
                  </a:lnTo>
                  <a:lnTo>
                    <a:pt x="162485" y="1359424"/>
                  </a:lnTo>
                  <a:lnTo>
                    <a:pt x="138681" y="1324728"/>
                  </a:lnTo>
                  <a:lnTo>
                    <a:pt x="116608" y="1288907"/>
                  </a:lnTo>
                  <a:lnTo>
                    <a:pt x="96320" y="1252045"/>
                  </a:lnTo>
                  <a:lnTo>
                    <a:pt x="77865" y="1214233"/>
                  </a:lnTo>
                  <a:lnTo>
                    <a:pt x="61287" y="1175560"/>
                  </a:lnTo>
                  <a:lnTo>
                    <a:pt x="46627" y="1136121"/>
                  </a:lnTo>
                  <a:lnTo>
                    <a:pt x="33920" y="1096010"/>
                  </a:lnTo>
                  <a:lnTo>
                    <a:pt x="23197" y="1055323"/>
                  </a:lnTo>
                  <a:lnTo>
                    <a:pt x="14482" y="1014160"/>
                  </a:lnTo>
                  <a:lnTo>
                    <a:pt x="7798" y="972618"/>
                  </a:lnTo>
                  <a:lnTo>
                    <a:pt x="3160" y="930798"/>
                  </a:lnTo>
                  <a:lnTo>
                    <a:pt x="580" y="888802"/>
                  </a:lnTo>
                  <a:lnTo>
                    <a:pt x="0" y="857250"/>
                  </a:lnTo>
                  <a:lnTo>
                    <a:pt x="64" y="846729"/>
                  </a:lnTo>
                  <a:lnTo>
                    <a:pt x="1613" y="804682"/>
                  </a:lnTo>
                  <a:lnTo>
                    <a:pt x="5223" y="762761"/>
                  </a:lnTo>
                  <a:lnTo>
                    <a:pt x="10885" y="721067"/>
                  </a:lnTo>
                  <a:lnTo>
                    <a:pt x="18587" y="679702"/>
                  </a:lnTo>
                  <a:lnTo>
                    <a:pt x="28309" y="638765"/>
                  </a:lnTo>
                  <a:lnTo>
                    <a:pt x="40028" y="598354"/>
                  </a:lnTo>
                  <a:lnTo>
                    <a:pt x="53716" y="558567"/>
                  </a:lnTo>
                  <a:lnTo>
                    <a:pt x="69339" y="519499"/>
                  </a:lnTo>
                  <a:lnTo>
                    <a:pt x="86861" y="481245"/>
                  </a:lnTo>
                  <a:lnTo>
                    <a:pt x="106239" y="443897"/>
                  </a:lnTo>
                  <a:lnTo>
                    <a:pt x="127426" y="407544"/>
                  </a:lnTo>
                  <a:lnTo>
                    <a:pt x="150371" y="372275"/>
                  </a:lnTo>
                  <a:lnTo>
                    <a:pt x="175019" y="338174"/>
                  </a:lnTo>
                  <a:lnTo>
                    <a:pt x="201310" y="305324"/>
                  </a:lnTo>
                  <a:lnTo>
                    <a:pt x="229182" y="273804"/>
                  </a:lnTo>
                  <a:lnTo>
                    <a:pt x="258567" y="243689"/>
                  </a:lnTo>
                  <a:lnTo>
                    <a:pt x="289394" y="215052"/>
                  </a:lnTo>
                  <a:lnTo>
                    <a:pt x="321589" y="187962"/>
                  </a:lnTo>
                  <a:lnTo>
                    <a:pt x="355075" y="162485"/>
                  </a:lnTo>
                  <a:lnTo>
                    <a:pt x="389770" y="138681"/>
                  </a:lnTo>
                  <a:lnTo>
                    <a:pt x="425592" y="116608"/>
                  </a:lnTo>
                  <a:lnTo>
                    <a:pt x="462453" y="96320"/>
                  </a:lnTo>
                  <a:lnTo>
                    <a:pt x="500266" y="77865"/>
                  </a:lnTo>
                  <a:lnTo>
                    <a:pt x="538938" y="61287"/>
                  </a:lnTo>
                  <a:lnTo>
                    <a:pt x="578378" y="46627"/>
                  </a:lnTo>
                  <a:lnTo>
                    <a:pt x="618489" y="33920"/>
                  </a:lnTo>
                  <a:lnTo>
                    <a:pt x="659176" y="23197"/>
                  </a:lnTo>
                  <a:lnTo>
                    <a:pt x="700339" y="14482"/>
                  </a:lnTo>
                  <a:lnTo>
                    <a:pt x="741881" y="7798"/>
                  </a:lnTo>
                  <a:lnTo>
                    <a:pt x="783701" y="3160"/>
                  </a:lnTo>
                  <a:lnTo>
                    <a:pt x="825697" y="580"/>
                  </a:lnTo>
                  <a:lnTo>
                    <a:pt x="857250" y="0"/>
                  </a:lnTo>
                  <a:lnTo>
                    <a:pt x="857250" y="85725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326058" y="5217465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75%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50900" y="6784972"/>
            <a:ext cx="3171825" cy="1905000"/>
            <a:chOff x="850900" y="6784972"/>
            <a:chExt cx="3171825" cy="1905000"/>
          </a:xfrm>
        </p:grpSpPr>
        <p:sp>
          <p:nvSpPr>
            <p:cNvPr id="49" name="object 49"/>
            <p:cNvSpPr/>
            <p:nvPr/>
          </p:nvSpPr>
          <p:spPr>
            <a:xfrm>
              <a:off x="850900" y="678497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6880222"/>
              <a:ext cx="95250" cy="9524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048000" y="681513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036641" y="6875476"/>
            <a:ext cx="1986280" cy="1724025"/>
            <a:chOff x="1036641" y="6875476"/>
            <a:chExt cx="1986280" cy="1724025"/>
          </a:xfrm>
        </p:grpSpPr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032622"/>
              <a:ext cx="95250" cy="9524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641" y="6875476"/>
              <a:ext cx="1724021" cy="1723992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2010667" y="7051027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37.5%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03908" y="8274543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62.5%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57" name="object 5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57"/>
            <a:ext cx="6086475" cy="8734425"/>
          </a:xfrm>
          <a:custGeom>
            <a:avLst/>
            <a:gdLst/>
            <a:ahLst/>
            <a:cxnLst/>
            <a:rect l="l" t="t" r="r" b="b"/>
            <a:pathLst>
              <a:path w="6086475" h="8734425">
                <a:moveTo>
                  <a:pt x="0" y="2833687"/>
                </a:moveTo>
                <a:lnTo>
                  <a:pt x="0" y="71437"/>
                </a:lnTo>
                <a:lnTo>
                  <a:pt x="0" y="66744"/>
                </a:lnTo>
                <a:lnTo>
                  <a:pt x="457" y="62098"/>
                </a:lnTo>
                <a:lnTo>
                  <a:pt x="1372" y="57498"/>
                </a:lnTo>
                <a:lnTo>
                  <a:pt x="2287" y="52889"/>
                </a:lnTo>
                <a:lnTo>
                  <a:pt x="3642" y="48420"/>
                </a:lnTo>
                <a:lnTo>
                  <a:pt x="5437" y="44085"/>
                </a:lnTo>
                <a:lnTo>
                  <a:pt x="7232" y="39750"/>
                </a:lnTo>
                <a:lnTo>
                  <a:pt x="9433" y="35634"/>
                </a:lnTo>
                <a:lnTo>
                  <a:pt x="12039" y="31742"/>
                </a:lnTo>
                <a:lnTo>
                  <a:pt x="14645" y="27840"/>
                </a:lnTo>
                <a:lnTo>
                  <a:pt x="17606" y="24235"/>
                </a:lnTo>
                <a:lnTo>
                  <a:pt x="20923" y="20919"/>
                </a:lnTo>
                <a:lnTo>
                  <a:pt x="24240" y="17603"/>
                </a:lnTo>
                <a:lnTo>
                  <a:pt x="57500" y="1371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28973" y="1371"/>
                </a:lnTo>
                <a:lnTo>
                  <a:pt x="6033574" y="2283"/>
                </a:lnTo>
                <a:lnTo>
                  <a:pt x="6065550" y="20919"/>
                </a:lnTo>
                <a:lnTo>
                  <a:pt x="6068867" y="24235"/>
                </a:lnTo>
                <a:lnTo>
                  <a:pt x="6071828" y="27840"/>
                </a:lnTo>
                <a:lnTo>
                  <a:pt x="6074433" y="31742"/>
                </a:lnTo>
                <a:lnTo>
                  <a:pt x="6077040" y="35639"/>
                </a:lnTo>
                <a:lnTo>
                  <a:pt x="6079241" y="39755"/>
                </a:lnTo>
                <a:lnTo>
                  <a:pt x="6081035" y="44090"/>
                </a:lnTo>
                <a:lnTo>
                  <a:pt x="6082831" y="48425"/>
                </a:lnTo>
                <a:lnTo>
                  <a:pt x="6084186" y="52894"/>
                </a:lnTo>
                <a:lnTo>
                  <a:pt x="6085101" y="57498"/>
                </a:lnTo>
                <a:lnTo>
                  <a:pt x="6086016" y="62098"/>
                </a:lnTo>
                <a:lnTo>
                  <a:pt x="6086474" y="66744"/>
                </a:lnTo>
                <a:lnTo>
                  <a:pt x="6086475" y="71437"/>
                </a:lnTo>
                <a:lnTo>
                  <a:pt x="6086475" y="2833687"/>
                </a:lnTo>
                <a:lnTo>
                  <a:pt x="6086474" y="2838375"/>
                </a:lnTo>
                <a:lnTo>
                  <a:pt x="6086016" y="2843017"/>
                </a:lnTo>
                <a:lnTo>
                  <a:pt x="6085101" y="2847616"/>
                </a:lnTo>
                <a:lnTo>
                  <a:pt x="6084186" y="2852216"/>
                </a:lnTo>
                <a:lnTo>
                  <a:pt x="6074433" y="2873363"/>
                </a:lnTo>
                <a:lnTo>
                  <a:pt x="6071828" y="2877266"/>
                </a:lnTo>
                <a:lnTo>
                  <a:pt x="6068867" y="2880875"/>
                </a:lnTo>
                <a:lnTo>
                  <a:pt x="6065550" y="2884190"/>
                </a:lnTo>
                <a:lnTo>
                  <a:pt x="6062234" y="2887507"/>
                </a:lnTo>
                <a:lnTo>
                  <a:pt x="6028973" y="2903743"/>
                </a:lnTo>
                <a:lnTo>
                  <a:pt x="6024373" y="2904660"/>
                </a:lnTo>
                <a:lnTo>
                  <a:pt x="6019728" y="2905120"/>
                </a:lnTo>
                <a:lnTo>
                  <a:pt x="6015037" y="2905125"/>
                </a:lnTo>
                <a:lnTo>
                  <a:pt x="71437" y="2905125"/>
                </a:lnTo>
                <a:lnTo>
                  <a:pt x="31748" y="2893074"/>
                </a:lnTo>
                <a:lnTo>
                  <a:pt x="20923" y="2884190"/>
                </a:lnTo>
                <a:lnTo>
                  <a:pt x="17606" y="2880875"/>
                </a:lnTo>
                <a:lnTo>
                  <a:pt x="14645" y="2877266"/>
                </a:lnTo>
                <a:lnTo>
                  <a:pt x="12039" y="2873363"/>
                </a:lnTo>
                <a:lnTo>
                  <a:pt x="9433" y="2869462"/>
                </a:lnTo>
                <a:lnTo>
                  <a:pt x="7232" y="2865345"/>
                </a:lnTo>
                <a:lnTo>
                  <a:pt x="5437" y="2861011"/>
                </a:lnTo>
                <a:lnTo>
                  <a:pt x="3642" y="2856681"/>
                </a:lnTo>
                <a:lnTo>
                  <a:pt x="2287" y="2852216"/>
                </a:lnTo>
                <a:lnTo>
                  <a:pt x="1372" y="2847616"/>
                </a:lnTo>
                <a:lnTo>
                  <a:pt x="457" y="2843017"/>
                </a:lnTo>
                <a:lnTo>
                  <a:pt x="0" y="2838375"/>
                </a:lnTo>
                <a:lnTo>
                  <a:pt x="0" y="2833687"/>
                </a:lnTo>
                <a:close/>
              </a:path>
              <a:path w="6086475" h="8734425">
                <a:moveTo>
                  <a:pt x="0" y="5748337"/>
                </a:moveTo>
                <a:lnTo>
                  <a:pt x="0" y="2986087"/>
                </a:lnTo>
                <a:lnTo>
                  <a:pt x="0" y="2981394"/>
                </a:lnTo>
                <a:lnTo>
                  <a:pt x="457" y="2976743"/>
                </a:lnTo>
                <a:lnTo>
                  <a:pt x="17606" y="2938880"/>
                </a:lnTo>
                <a:lnTo>
                  <a:pt x="20923" y="2935564"/>
                </a:lnTo>
                <a:lnTo>
                  <a:pt x="24240" y="2932249"/>
                </a:lnTo>
                <a:lnTo>
                  <a:pt x="62101" y="2915110"/>
                </a:lnTo>
                <a:lnTo>
                  <a:pt x="71437" y="2914650"/>
                </a:lnTo>
                <a:lnTo>
                  <a:pt x="6015037" y="2914650"/>
                </a:lnTo>
                <a:lnTo>
                  <a:pt x="6019728" y="2914654"/>
                </a:lnTo>
                <a:lnTo>
                  <a:pt x="6024373" y="2915110"/>
                </a:lnTo>
                <a:lnTo>
                  <a:pt x="6028973" y="2916021"/>
                </a:lnTo>
                <a:lnTo>
                  <a:pt x="6033574" y="2916933"/>
                </a:lnTo>
                <a:lnTo>
                  <a:pt x="6065550" y="2935564"/>
                </a:lnTo>
                <a:lnTo>
                  <a:pt x="6068867" y="2938880"/>
                </a:lnTo>
                <a:lnTo>
                  <a:pt x="6071828" y="2942485"/>
                </a:lnTo>
                <a:lnTo>
                  <a:pt x="6074433" y="2946387"/>
                </a:lnTo>
                <a:lnTo>
                  <a:pt x="6077040" y="2950284"/>
                </a:lnTo>
                <a:lnTo>
                  <a:pt x="6079241" y="2954400"/>
                </a:lnTo>
                <a:lnTo>
                  <a:pt x="6081035" y="2958735"/>
                </a:lnTo>
                <a:lnTo>
                  <a:pt x="6082831" y="2963070"/>
                </a:lnTo>
                <a:lnTo>
                  <a:pt x="6086475" y="2986087"/>
                </a:lnTo>
                <a:lnTo>
                  <a:pt x="6086475" y="5748337"/>
                </a:lnTo>
                <a:lnTo>
                  <a:pt x="6086474" y="5753016"/>
                </a:lnTo>
                <a:lnTo>
                  <a:pt x="6086016" y="5757657"/>
                </a:lnTo>
                <a:lnTo>
                  <a:pt x="6085101" y="5762252"/>
                </a:lnTo>
                <a:lnTo>
                  <a:pt x="6084186" y="5766856"/>
                </a:lnTo>
                <a:lnTo>
                  <a:pt x="6082831" y="5771331"/>
                </a:lnTo>
                <a:lnTo>
                  <a:pt x="6081035" y="5775665"/>
                </a:lnTo>
                <a:lnTo>
                  <a:pt x="6079241" y="5780000"/>
                </a:lnTo>
                <a:lnTo>
                  <a:pt x="6077040" y="5784112"/>
                </a:lnTo>
                <a:lnTo>
                  <a:pt x="6074433" y="5788009"/>
                </a:lnTo>
                <a:lnTo>
                  <a:pt x="6071828" y="5791916"/>
                </a:lnTo>
                <a:lnTo>
                  <a:pt x="6068867" y="5795525"/>
                </a:lnTo>
                <a:lnTo>
                  <a:pt x="6065550" y="5798845"/>
                </a:lnTo>
                <a:lnTo>
                  <a:pt x="6062234" y="5802167"/>
                </a:lnTo>
                <a:lnTo>
                  <a:pt x="6042374" y="5814323"/>
                </a:lnTo>
                <a:lnTo>
                  <a:pt x="6038041" y="5816119"/>
                </a:lnTo>
                <a:lnTo>
                  <a:pt x="6033574" y="5817468"/>
                </a:lnTo>
                <a:lnTo>
                  <a:pt x="6028973" y="5818389"/>
                </a:lnTo>
                <a:lnTo>
                  <a:pt x="6024373" y="5819310"/>
                </a:lnTo>
                <a:lnTo>
                  <a:pt x="6019728" y="5819775"/>
                </a:lnTo>
                <a:lnTo>
                  <a:pt x="6015037" y="5819775"/>
                </a:lnTo>
                <a:lnTo>
                  <a:pt x="71437" y="5819775"/>
                </a:lnTo>
                <a:lnTo>
                  <a:pt x="66746" y="5819775"/>
                </a:lnTo>
                <a:lnTo>
                  <a:pt x="62101" y="5819310"/>
                </a:lnTo>
                <a:lnTo>
                  <a:pt x="57500" y="5818389"/>
                </a:lnTo>
                <a:lnTo>
                  <a:pt x="52900" y="5817468"/>
                </a:lnTo>
                <a:lnTo>
                  <a:pt x="48433" y="5816119"/>
                </a:lnTo>
                <a:lnTo>
                  <a:pt x="44099" y="5814323"/>
                </a:lnTo>
                <a:lnTo>
                  <a:pt x="39765" y="5812529"/>
                </a:lnTo>
                <a:lnTo>
                  <a:pt x="20923" y="5798845"/>
                </a:lnTo>
                <a:lnTo>
                  <a:pt x="17606" y="5795525"/>
                </a:lnTo>
                <a:lnTo>
                  <a:pt x="14645" y="5791916"/>
                </a:lnTo>
                <a:lnTo>
                  <a:pt x="12039" y="5788009"/>
                </a:lnTo>
                <a:lnTo>
                  <a:pt x="9433" y="5784112"/>
                </a:lnTo>
                <a:lnTo>
                  <a:pt x="7232" y="5780000"/>
                </a:lnTo>
                <a:lnTo>
                  <a:pt x="5437" y="5775665"/>
                </a:lnTo>
                <a:lnTo>
                  <a:pt x="3642" y="5771331"/>
                </a:lnTo>
                <a:lnTo>
                  <a:pt x="2287" y="5766856"/>
                </a:lnTo>
                <a:lnTo>
                  <a:pt x="1372" y="5762252"/>
                </a:lnTo>
                <a:lnTo>
                  <a:pt x="457" y="5757657"/>
                </a:lnTo>
                <a:lnTo>
                  <a:pt x="0" y="5753016"/>
                </a:lnTo>
                <a:lnTo>
                  <a:pt x="0" y="5748337"/>
                </a:lnTo>
                <a:close/>
              </a:path>
              <a:path w="6086475" h="8734425">
                <a:moveTo>
                  <a:pt x="0" y="8662987"/>
                </a:moveTo>
                <a:lnTo>
                  <a:pt x="0" y="5900737"/>
                </a:lnTo>
                <a:lnTo>
                  <a:pt x="0" y="5896039"/>
                </a:lnTo>
                <a:lnTo>
                  <a:pt x="457" y="5891389"/>
                </a:lnTo>
                <a:lnTo>
                  <a:pt x="17606" y="5853540"/>
                </a:lnTo>
                <a:lnTo>
                  <a:pt x="20923" y="5850219"/>
                </a:lnTo>
                <a:lnTo>
                  <a:pt x="24240" y="5846899"/>
                </a:lnTo>
                <a:lnTo>
                  <a:pt x="27848" y="5843940"/>
                </a:lnTo>
                <a:lnTo>
                  <a:pt x="31748" y="5841336"/>
                </a:lnTo>
                <a:lnTo>
                  <a:pt x="35649" y="5838731"/>
                </a:lnTo>
                <a:lnTo>
                  <a:pt x="66746" y="5829300"/>
                </a:lnTo>
                <a:lnTo>
                  <a:pt x="71437" y="5829300"/>
                </a:lnTo>
                <a:lnTo>
                  <a:pt x="6015037" y="5829300"/>
                </a:lnTo>
                <a:lnTo>
                  <a:pt x="6019728" y="5829300"/>
                </a:lnTo>
                <a:lnTo>
                  <a:pt x="6024373" y="5829756"/>
                </a:lnTo>
                <a:lnTo>
                  <a:pt x="6062234" y="5846899"/>
                </a:lnTo>
                <a:lnTo>
                  <a:pt x="6065550" y="5850219"/>
                </a:lnTo>
                <a:lnTo>
                  <a:pt x="6068867" y="5853540"/>
                </a:lnTo>
                <a:lnTo>
                  <a:pt x="6081035" y="5873390"/>
                </a:lnTo>
                <a:lnTo>
                  <a:pt x="6082831" y="5877715"/>
                </a:lnTo>
                <a:lnTo>
                  <a:pt x="6084186" y="5882189"/>
                </a:lnTo>
                <a:lnTo>
                  <a:pt x="6085101" y="5886793"/>
                </a:lnTo>
                <a:lnTo>
                  <a:pt x="6086016" y="5891389"/>
                </a:lnTo>
                <a:lnTo>
                  <a:pt x="6086474" y="5896039"/>
                </a:lnTo>
                <a:lnTo>
                  <a:pt x="6086475" y="5900737"/>
                </a:lnTo>
                <a:lnTo>
                  <a:pt x="6086475" y="8662987"/>
                </a:lnTo>
                <a:lnTo>
                  <a:pt x="6086474" y="8667675"/>
                </a:lnTo>
                <a:lnTo>
                  <a:pt x="6086016" y="8672317"/>
                </a:lnTo>
                <a:lnTo>
                  <a:pt x="6085101" y="8676921"/>
                </a:lnTo>
                <a:lnTo>
                  <a:pt x="6084186" y="8681526"/>
                </a:lnTo>
                <a:lnTo>
                  <a:pt x="6074433" y="8702659"/>
                </a:lnTo>
                <a:lnTo>
                  <a:pt x="6071828" y="8706556"/>
                </a:lnTo>
                <a:lnTo>
                  <a:pt x="6038041" y="8730769"/>
                </a:lnTo>
                <a:lnTo>
                  <a:pt x="6015037" y="8734425"/>
                </a:lnTo>
                <a:lnTo>
                  <a:pt x="71437" y="8734425"/>
                </a:lnTo>
                <a:lnTo>
                  <a:pt x="31748" y="8722370"/>
                </a:lnTo>
                <a:lnTo>
                  <a:pt x="27848" y="8719765"/>
                </a:lnTo>
                <a:lnTo>
                  <a:pt x="12039" y="8702659"/>
                </a:lnTo>
                <a:lnTo>
                  <a:pt x="9433" y="8698762"/>
                </a:lnTo>
                <a:lnTo>
                  <a:pt x="0" y="8667675"/>
                </a:lnTo>
                <a:lnTo>
                  <a:pt x="0" y="86629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395852"/>
            <a:ext cx="475043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21-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think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attention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span has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shortened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due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rapid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pace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and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frequent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content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changes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short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310502"/>
            <a:ext cx="497268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22-</a:t>
            </a:r>
            <a:r>
              <a:rPr sz="1300" spc="-8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feel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impatient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when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content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takes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longer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get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the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main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point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6225152"/>
            <a:ext cx="510984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23-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think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short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made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thinking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more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fragmented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6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jumpy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355723"/>
            <a:ext cx="3171825" cy="1905000"/>
            <a:chOff x="850900" y="1355723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355723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450973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48000" y="138588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6637" y="1446210"/>
            <a:ext cx="1986280" cy="1724025"/>
            <a:chOff x="1036637" y="1446210"/>
            <a:chExt cx="1986280" cy="17240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603372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37" y="1446210"/>
              <a:ext cx="1724024" cy="17240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329904" y="1845168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20%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0871" y="262190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80%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0900" y="4270373"/>
            <a:ext cx="3171825" cy="1905000"/>
            <a:chOff x="850900" y="4270373"/>
            <a:chExt cx="3171825" cy="1905000"/>
          </a:xfrm>
        </p:grpSpPr>
        <p:sp>
          <p:nvSpPr>
            <p:cNvPr id="20" name="object 20"/>
            <p:cNvSpPr/>
            <p:nvPr/>
          </p:nvSpPr>
          <p:spPr>
            <a:xfrm>
              <a:off x="850900" y="4270373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4365623"/>
              <a:ext cx="95250" cy="952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048000" y="430053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6656" y="4360872"/>
            <a:ext cx="1986280" cy="1724025"/>
            <a:chOff x="1036656" y="4360872"/>
            <a:chExt cx="1986280" cy="172402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518022"/>
              <a:ext cx="95250" cy="952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656" y="4360872"/>
              <a:ext cx="1724006" cy="172400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421135" y="4995711"/>
            <a:ext cx="2279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Roboto Bk"/>
                <a:cs typeface="Roboto Bk"/>
              </a:rPr>
              <a:t>7.5%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8953" y="5294260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92.5%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50900" y="7185022"/>
            <a:ext cx="3171825" cy="1905000"/>
            <a:chOff x="850900" y="7185022"/>
            <a:chExt cx="3171825" cy="1905000"/>
          </a:xfrm>
        </p:grpSpPr>
        <p:sp>
          <p:nvSpPr>
            <p:cNvPr id="31" name="object 31"/>
            <p:cNvSpPr/>
            <p:nvPr/>
          </p:nvSpPr>
          <p:spPr>
            <a:xfrm>
              <a:off x="850900" y="71850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7280272"/>
              <a:ext cx="95250" cy="9524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432672"/>
              <a:ext cx="95250" cy="952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6642" y="7275520"/>
              <a:ext cx="1724020" cy="1724013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237779" y="7215185"/>
            <a:ext cx="98996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325" marR="5080">
              <a:lnSpc>
                <a:spcPct val="133300"/>
              </a:lnSpc>
              <a:spcBef>
                <a:spcPts val="100"/>
              </a:spcBef>
            </a:pPr>
            <a:r>
              <a:rPr sz="750" b="1" spc="-30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7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22.5%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76796" y="8473229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77.5%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57"/>
            <a:ext cx="6086475" cy="8505825"/>
          </a:xfrm>
          <a:custGeom>
            <a:avLst/>
            <a:gdLst/>
            <a:ahLst/>
            <a:cxnLst/>
            <a:rect l="l" t="t" r="r" b="b"/>
            <a:pathLst>
              <a:path w="6086475" h="8505825">
                <a:moveTo>
                  <a:pt x="0" y="2833687"/>
                </a:moveTo>
                <a:lnTo>
                  <a:pt x="0" y="71437"/>
                </a:lnTo>
                <a:lnTo>
                  <a:pt x="0" y="66739"/>
                </a:lnTo>
                <a:lnTo>
                  <a:pt x="457" y="62089"/>
                </a:lnTo>
                <a:lnTo>
                  <a:pt x="1372" y="57493"/>
                </a:lnTo>
                <a:lnTo>
                  <a:pt x="2287" y="52889"/>
                </a:lnTo>
                <a:lnTo>
                  <a:pt x="3642" y="48415"/>
                </a:lnTo>
                <a:lnTo>
                  <a:pt x="5437" y="44090"/>
                </a:lnTo>
                <a:lnTo>
                  <a:pt x="7232" y="39755"/>
                </a:lnTo>
                <a:lnTo>
                  <a:pt x="9433" y="35634"/>
                </a:lnTo>
                <a:lnTo>
                  <a:pt x="12039" y="31737"/>
                </a:lnTo>
                <a:lnTo>
                  <a:pt x="14645" y="27840"/>
                </a:lnTo>
                <a:lnTo>
                  <a:pt x="17606" y="24230"/>
                </a:lnTo>
                <a:lnTo>
                  <a:pt x="20923" y="20919"/>
                </a:lnTo>
                <a:lnTo>
                  <a:pt x="24240" y="17599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62234" y="17599"/>
                </a:lnTo>
                <a:lnTo>
                  <a:pt x="6065550" y="20919"/>
                </a:lnTo>
                <a:lnTo>
                  <a:pt x="6068867" y="24230"/>
                </a:lnTo>
                <a:lnTo>
                  <a:pt x="6071828" y="27840"/>
                </a:lnTo>
                <a:lnTo>
                  <a:pt x="6074433" y="31737"/>
                </a:lnTo>
                <a:lnTo>
                  <a:pt x="6077040" y="35634"/>
                </a:lnTo>
                <a:lnTo>
                  <a:pt x="6079241" y="39755"/>
                </a:lnTo>
                <a:lnTo>
                  <a:pt x="6081035" y="44090"/>
                </a:lnTo>
                <a:lnTo>
                  <a:pt x="6082831" y="48415"/>
                </a:lnTo>
                <a:lnTo>
                  <a:pt x="6084186" y="52889"/>
                </a:lnTo>
                <a:lnTo>
                  <a:pt x="6085101" y="57493"/>
                </a:lnTo>
                <a:lnTo>
                  <a:pt x="6086016" y="62089"/>
                </a:lnTo>
                <a:lnTo>
                  <a:pt x="6086474" y="66739"/>
                </a:lnTo>
                <a:lnTo>
                  <a:pt x="6086475" y="71437"/>
                </a:lnTo>
                <a:lnTo>
                  <a:pt x="6086475" y="2833687"/>
                </a:lnTo>
                <a:lnTo>
                  <a:pt x="6086474" y="2838375"/>
                </a:lnTo>
                <a:lnTo>
                  <a:pt x="6086016" y="2843017"/>
                </a:lnTo>
                <a:lnTo>
                  <a:pt x="6085101" y="2847612"/>
                </a:lnTo>
                <a:lnTo>
                  <a:pt x="6084186" y="2852206"/>
                </a:lnTo>
                <a:lnTo>
                  <a:pt x="6082831" y="2856672"/>
                </a:lnTo>
                <a:lnTo>
                  <a:pt x="6081035" y="2861015"/>
                </a:lnTo>
                <a:lnTo>
                  <a:pt x="6079241" y="2865360"/>
                </a:lnTo>
                <a:lnTo>
                  <a:pt x="6077040" y="2869471"/>
                </a:lnTo>
                <a:lnTo>
                  <a:pt x="6074433" y="2873368"/>
                </a:lnTo>
                <a:lnTo>
                  <a:pt x="6071828" y="2877275"/>
                </a:lnTo>
                <a:lnTo>
                  <a:pt x="6068867" y="2880884"/>
                </a:lnTo>
                <a:lnTo>
                  <a:pt x="6065550" y="2884195"/>
                </a:lnTo>
                <a:lnTo>
                  <a:pt x="6062234" y="2887507"/>
                </a:lnTo>
                <a:lnTo>
                  <a:pt x="6042374" y="2899673"/>
                </a:lnTo>
                <a:lnTo>
                  <a:pt x="6038041" y="2901469"/>
                </a:lnTo>
                <a:lnTo>
                  <a:pt x="6033574" y="2902827"/>
                </a:lnTo>
                <a:lnTo>
                  <a:pt x="6028973" y="2903739"/>
                </a:lnTo>
                <a:lnTo>
                  <a:pt x="6024373" y="2904650"/>
                </a:lnTo>
                <a:lnTo>
                  <a:pt x="6019728" y="2905115"/>
                </a:lnTo>
                <a:lnTo>
                  <a:pt x="6015037" y="2905125"/>
                </a:lnTo>
                <a:lnTo>
                  <a:pt x="71437" y="2905125"/>
                </a:lnTo>
                <a:lnTo>
                  <a:pt x="44099" y="2899673"/>
                </a:lnTo>
                <a:lnTo>
                  <a:pt x="39765" y="2897879"/>
                </a:lnTo>
                <a:lnTo>
                  <a:pt x="20923" y="2884195"/>
                </a:lnTo>
                <a:lnTo>
                  <a:pt x="17606" y="2880884"/>
                </a:lnTo>
                <a:lnTo>
                  <a:pt x="14645" y="2877275"/>
                </a:lnTo>
                <a:lnTo>
                  <a:pt x="12039" y="2873368"/>
                </a:lnTo>
                <a:lnTo>
                  <a:pt x="9433" y="2869471"/>
                </a:lnTo>
                <a:lnTo>
                  <a:pt x="7232" y="2865360"/>
                </a:lnTo>
                <a:lnTo>
                  <a:pt x="5437" y="2861015"/>
                </a:lnTo>
                <a:lnTo>
                  <a:pt x="3642" y="2856672"/>
                </a:lnTo>
                <a:lnTo>
                  <a:pt x="2287" y="2852206"/>
                </a:lnTo>
                <a:lnTo>
                  <a:pt x="1372" y="2847612"/>
                </a:lnTo>
                <a:lnTo>
                  <a:pt x="457" y="2843017"/>
                </a:lnTo>
                <a:lnTo>
                  <a:pt x="0" y="2838375"/>
                </a:lnTo>
                <a:lnTo>
                  <a:pt x="0" y="2833687"/>
                </a:lnTo>
                <a:close/>
              </a:path>
              <a:path w="6086475" h="8505825">
                <a:moveTo>
                  <a:pt x="0" y="5519737"/>
                </a:moveTo>
                <a:lnTo>
                  <a:pt x="0" y="2986087"/>
                </a:lnTo>
                <a:lnTo>
                  <a:pt x="0" y="2981389"/>
                </a:lnTo>
                <a:lnTo>
                  <a:pt x="457" y="2976748"/>
                </a:lnTo>
                <a:lnTo>
                  <a:pt x="17606" y="2938880"/>
                </a:lnTo>
                <a:lnTo>
                  <a:pt x="20923" y="2935569"/>
                </a:lnTo>
                <a:lnTo>
                  <a:pt x="24240" y="2932249"/>
                </a:lnTo>
                <a:lnTo>
                  <a:pt x="27848" y="2929290"/>
                </a:lnTo>
                <a:lnTo>
                  <a:pt x="31748" y="2926686"/>
                </a:lnTo>
                <a:lnTo>
                  <a:pt x="35649" y="2924073"/>
                </a:lnTo>
                <a:lnTo>
                  <a:pt x="66746" y="2914650"/>
                </a:lnTo>
                <a:lnTo>
                  <a:pt x="71437" y="2914650"/>
                </a:lnTo>
                <a:lnTo>
                  <a:pt x="6015037" y="2914650"/>
                </a:lnTo>
                <a:lnTo>
                  <a:pt x="6019728" y="2914650"/>
                </a:lnTo>
                <a:lnTo>
                  <a:pt x="6024373" y="2915106"/>
                </a:lnTo>
                <a:lnTo>
                  <a:pt x="6028973" y="2916017"/>
                </a:lnTo>
                <a:lnTo>
                  <a:pt x="6033574" y="2916929"/>
                </a:lnTo>
                <a:lnTo>
                  <a:pt x="6065550" y="2935569"/>
                </a:lnTo>
                <a:lnTo>
                  <a:pt x="6068867" y="2938880"/>
                </a:lnTo>
                <a:lnTo>
                  <a:pt x="6071828" y="2942490"/>
                </a:lnTo>
                <a:lnTo>
                  <a:pt x="6074433" y="2946387"/>
                </a:lnTo>
                <a:lnTo>
                  <a:pt x="6077040" y="2950284"/>
                </a:lnTo>
                <a:lnTo>
                  <a:pt x="6079241" y="2954405"/>
                </a:lnTo>
                <a:lnTo>
                  <a:pt x="6081035" y="2958740"/>
                </a:lnTo>
                <a:lnTo>
                  <a:pt x="6082831" y="2963075"/>
                </a:lnTo>
                <a:lnTo>
                  <a:pt x="6084186" y="2967539"/>
                </a:lnTo>
                <a:lnTo>
                  <a:pt x="6085101" y="2972143"/>
                </a:lnTo>
                <a:lnTo>
                  <a:pt x="6086016" y="2976748"/>
                </a:lnTo>
                <a:lnTo>
                  <a:pt x="6086474" y="2981389"/>
                </a:lnTo>
                <a:lnTo>
                  <a:pt x="6086475" y="2986087"/>
                </a:lnTo>
                <a:lnTo>
                  <a:pt x="6086475" y="5519737"/>
                </a:lnTo>
                <a:lnTo>
                  <a:pt x="6086474" y="5524425"/>
                </a:lnTo>
                <a:lnTo>
                  <a:pt x="6086016" y="5529067"/>
                </a:lnTo>
                <a:lnTo>
                  <a:pt x="6085101" y="5533662"/>
                </a:lnTo>
                <a:lnTo>
                  <a:pt x="6084186" y="5538266"/>
                </a:lnTo>
                <a:lnTo>
                  <a:pt x="6062234" y="5573557"/>
                </a:lnTo>
                <a:lnTo>
                  <a:pt x="6028973" y="5589789"/>
                </a:lnTo>
                <a:lnTo>
                  <a:pt x="6024373" y="5590710"/>
                </a:lnTo>
                <a:lnTo>
                  <a:pt x="6019728" y="5591165"/>
                </a:lnTo>
                <a:lnTo>
                  <a:pt x="6015037" y="5591175"/>
                </a:lnTo>
                <a:lnTo>
                  <a:pt x="71437" y="5591175"/>
                </a:lnTo>
                <a:lnTo>
                  <a:pt x="66746" y="5591165"/>
                </a:lnTo>
                <a:lnTo>
                  <a:pt x="62101" y="5590710"/>
                </a:lnTo>
                <a:lnTo>
                  <a:pt x="57500" y="5589789"/>
                </a:lnTo>
                <a:lnTo>
                  <a:pt x="52900" y="5588877"/>
                </a:lnTo>
                <a:lnTo>
                  <a:pt x="17606" y="5566925"/>
                </a:lnTo>
                <a:lnTo>
                  <a:pt x="1372" y="5533662"/>
                </a:lnTo>
                <a:lnTo>
                  <a:pt x="457" y="5529067"/>
                </a:lnTo>
                <a:lnTo>
                  <a:pt x="0" y="5524425"/>
                </a:lnTo>
                <a:lnTo>
                  <a:pt x="0" y="5519737"/>
                </a:lnTo>
                <a:close/>
              </a:path>
              <a:path w="6086475" h="8505825">
                <a:moveTo>
                  <a:pt x="0" y="8434387"/>
                </a:moveTo>
                <a:lnTo>
                  <a:pt x="0" y="5672137"/>
                </a:lnTo>
                <a:lnTo>
                  <a:pt x="0" y="5667439"/>
                </a:lnTo>
                <a:lnTo>
                  <a:pt x="457" y="5662798"/>
                </a:lnTo>
                <a:lnTo>
                  <a:pt x="1372" y="5658203"/>
                </a:lnTo>
                <a:lnTo>
                  <a:pt x="2287" y="5653598"/>
                </a:lnTo>
                <a:lnTo>
                  <a:pt x="3642" y="5649125"/>
                </a:lnTo>
                <a:lnTo>
                  <a:pt x="20923" y="5621619"/>
                </a:lnTo>
                <a:lnTo>
                  <a:pt x="24240" y="5618299"/>
                </a:lnTo>
                <a:lnTo>
                  <a:pt x="62101" y="5601164"/>
                </a:lnTo>
                <a:lnTo>
                  <a:pt x="71437" y="5600700"/>
                </a:lnTo>
                <a:lnTo>
                  <a:pt x="6015037" y="5600700"/>
                </a:lnTo>
                <a:lnTo>
                  <a:pt x="6019728" y="5600709"/>
                </a:lnTo>
                <a:lnTo>
                  <a:pt x="6024373" y="5601164"/>
                </a:lnTo>
                <a:lnTo>
                  <a:pt x="6028973" y="5602076"/>
                </a:lnTo>
                <a:lnTo>
                  <a:pt x="6033574" y="5602987"/>
                </a:lnTo>
                <a:lnTo>
                  <a:pt x="6065550" y="5621619"/>
                </a:lnTo>
                <a:lnTo>
                  <a:pt x="6068867" y="5624930"/>
                </a:lnTo>
                <a:lnTo>
                  <a:pt x="6071828" y="5628540"/>
                </a:lnTo>
                <a:lnTo>
                  <a:pt x="6074433" y="5632437"/>
                </a:lnTo>
                <a:lnTo>
                  <a:pt x="6077040" y="5636334"/>
                </a:lnTo>
                <a:lnTo>
                  <a:pt x="6079241" y="5640455"/>
                </a:lnTo>
                <a:lnTo>
                  <a:pt x="6081035" y="5644790"/>
                </a:lnTo>
                <a:lnTo>
                  <a:pt x="6082831" y="5649125"/>
                </a:lnTo>
                <a:lnTo>
                  <a:pt x="6084186" y="5653598"/>
                </a:lnTo>
                <a:lnTo>
                  <a:pt x="6085101" y="5658203"/>
                </a:lnTo>
                <a:lnTo>
                  <a:pt x="6086016" y="5662798"/>
                </a:lnTo>
                <a:lnTo>
                  <a:pt x="6086474" y="5667439"/>
                </a:lnTo>
                <a:lnTo>
                  <a:pt x="6086475" y="5672137"/>
                </a:lnTo>
                <a:lnTo>
                  <a:pt x="6086475" y="8434387"/>
                </a:lnTo>
                <a:lnTo>
                  <a:pt x="6086474" y="8439085"/>
                </a:lnTo>
                <a:lnTo>
                  <a:pt x="6086016" y="8443726"/>
                </a:lnTo>
                <a:lnTo>
                  <a:pt x="6085101" y="8448321"/>
                </a:lnTo>
                <a:lnTo>
                  <a:pt x="6084186" y="8452916"/>
                </a:lnTo>
                <a:lnTo>
                  <a:pt x="6082831" y="8457381"/>
                </a:lnTo>
                <a:lnTo>
                  <a:pt x="6081035" y="8461715"/>
                </a:lnTo>
                <a:lnTo>
                  <a:pt x="6079241" y="8466050"/>
                </a:lnTo>
                <a:lnTo>
                  <a:pt x="6077040" y="8470171"/>
                </a:lnTo>
                <a:lnTo>
                  <a:pt x="6074433" y="8474068"/>
                </a:lnTo>
                <a:lnTo>
                  <a:pt x="6071828" y="8477966"/>
                </a:lnTo>
                <a:lnTo>
                  <a:pt x="6068867" y="8481575"/>
                </a:lnTo>
                <a:lnTo>
                  <a:pt x="6065550" y="8484895"/>
                </a:lnTo>
                <a:lnTo>
                  <a:pt x="6062234" y="8488217"/>
                </a:lnTo>
                <a:lnTo>
                  <a:pt x="6042374" y="8500373"/>
                </a:lnTo>
                <a:lnTo>
                  <a:pt x="6038041" y="8502169"/>
                </a:lnTo>
                <a:lnTo>
                  <a:pt x="6015037" y="8505825"/>
                </a:lnTo>
                <a:lnTo>
                  <a:pt x="71437" y="8505825"/>
                </a:lnTo>
                <a:lnTo>
                  <a:pt x="44099" y="8500373"/>
                </a:lnTo>
                <a:lnTo>
                  <a:pt x="39765" y="8498579"/>
                </a:lnTo>
                <a:lnTo>
                  <a:pt x="20923" y="8484895"/>
                </a:lnTo>
                <a:lnTo>
                  <a:pt x="17606" y="8481575"/>
                </a:lnTo>
                <a:lnTo>
                  <a:pt x="5437" y="8461715"/>
                </a:lnTo>
                <a:lnTo>
                  <a:pt x="3642" y="8457381"/>
                </a:lnTo>
                <a:lnTo>
                  <a:pt x="2287" y="8452916"/>
                </a:lnTo>
                <a:lnTo>
                  <a:pt x="1372" y="8448321"/>
                </a:lnTo>
                <a:lnTo>
                  <a:pt x="457" y="8443726"/>
                </a:lnTo>
                <a:lnTo>
                  <a:pt x="0" y="8439085"/>
                </a:lnTo>
                <a:lnTo>
                  <a:pt x="0" y="84343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395852"/>
            <a:ext cx="478091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24-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noticed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that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seek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instant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results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quick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answers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more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often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335670"/>
            <a:ext cx="3093720" cy="474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25-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feel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become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less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productive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5996552"/>
            <a:ext cx="499808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26-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Does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short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change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mood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quickly</a:t>
            </a:r>
            <a:r>
              <a:rPr sz="1300" spc="26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from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bored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excited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happy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sad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355722"/>
            <a:ext cx="3171825" cy="1905000"/>
            <a:chOff x="850900" y="1355722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3557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450972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48000" y="138588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6637" y="1446210"/>
            <a:ext cx="1986280" cy="1724025"/>
            <a:chOff x="1036637" y="1446210"/>
            <a:chExt cx="1986280" cy="17240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603372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37" y="1446210"/>
              <a:ext cx="1724024" cy="17240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329904" y="1845168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20%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0871" y="262190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80%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0900" y="4041772"/>
            <a:ext cx="3171825" cy="1905000"/>
            <a:chOff x="850900" y="4041772"/>
            <a:chExt cx="3171825" cy="1905000"/>
          </a:xfrm>
        </p:grpSpPr>
        <p:sp>
          <p:nvSpPr>
            <p:cNvPr id="20" name="object 20"/>
            <p:cNvSpPr/>
            <p:nvPr/>
          </p:nvSpPr>
          <p:spPr>
            <a:xfrm>
              <a:off x="850900" y="404177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4137022"/>
              <a:ext cx="95250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289422"/>
              <a:ext cx="95250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6642" y="4132270"/>
              <a:ext cx="1724020" cy="172401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237779" y="4071935"/>
            <a:ext cx="98996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2325" marR="5080">
              <a:lnSpc>
                <a:spcPct val="133300"/>
              </a:lnSpc>
              <a:spcBef>
                <a:spcPts val="100"/>
              </a:spcBef>
            </a:pPr>
            <a:r>
              <a:rPr sz="750" b="1" spc="-30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750">
              <a:latin typeface="Roboto Bk"/>
              <a:cs typeface="Roboto Bk"/>
            </a:endParaRPr>
          </a:p>
          <a:p>
            <a:pPr marL="12700">
              <a:lnSpc>
                <a:spcPct val="100000"/>
              </a:lnSpc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22.5%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6796" y="5329979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77.5%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0900" y="6956422"/>
            <a:ext cx="3171825" cy="1905000"/>
            <a:chOff x="850900" y="6956422"/>
            <a:chExt cx="3171825" cy="1905000"/>
          </a:xfrm>
        </p:grpSpPr>
        <p:sp>
          <p:nvSpPr>
            <p:cNvPr id="29" name="object 29"/>
            <p:cNvSpPr/>
            <p:nvPr/>
          </p:nvSpPr>
          <p:spPr>
            <a:xfrm>
              <a:off x="850900" y="69564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7051672"/>
              <a:ext cx="95250" cy="952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048000" y="698658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93887" y="7204072"/>
            <a:ext cx="1129030" cy="709930"/>
            <a:chOff x="1893887" y="7204072"/>
            <a:chExt cx="1129030" cy="70993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204072"/>
              <a:ext cx="95250" cy="952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898650" y="7215392"/>
              <a:ext cx="857250" cy="694055"/>
            </a:xfrm>
            <a:custGeom>
              <a:avLst/>
              <a:gdLst/>
              <a:ahLst/>
              <a:cxnLst/>
              <a:rect l="l" t="t" r="r" b="b"/>
              <a:pathLst>
                <a:path w="857250" h="694054">
                  <a:moveTo>
                    <a:pt x="857250" y="693529"/>
                  </a:moveTo>
                  <a:lnTo>
                    <a:pt x="0" y="693529"/>
                  </a:lnTo>
                  <a:lnTo>
                    <a:pt x="503878" y="0"/>
                  </a:lnTo>
                  <a:lnTo>
                    <a:pt x="543834" y="30865"/>
                  </a:lnTo>
                  <a:lnTo>
                    <a:pt x="581901" y="64031"/>
                  </a:lnTo>
                  <a:lnTo>
                    <a:pt x="617952" y="99379"/>
                  </a:lnTo>
                  <a:lnTo>
                    <a:pt x="651858" y="136790"/>
                  </a:lnTo>
                  <a:lnTo>
                    <a:pt x="683504" y="176130"/>
                  </a:lnTo>
                  <a:lnTo>
                    <a:pt x="712777" y="217267"/>
                  </a:lnTo>
                  <a:lnTo>
                    <a:pt x="739580" y="260054"/>
                  </a:lnTo>
                  <a:lnTo>
                    <a:pt x="763815" y="304346"/>
                  </a:lnTo>
                  <a:lnTo>
                    <a:pt x="785403" y="349987"/>
                  </a:lnTo>
                  <a:lnTo>
                    <a:pt x="804264" y="396820"/>
                  </a:lnTo>
                  <a:lnTo>
                    <a:pt x="820338" y="444682"/>
                  </a:lnTo>
                  <a:lnTo>
                    <a:pt x="833563" y="493408"/>
                  </a:lnTo>
                  <a:lnTo>
                    <a:pt x="843900" y="542828"/>
                  </a:lnTo>
                  <a:lnTo>
                    <a:pt x="851307" y="592770"/>
                  </a:lnTo>
                  <a:lnTo>
                    <a:pt x="855764" y="643062"/>
                  </a:lnTo>
                  <a:lnTo>
                    <a:pt x="857250" y="693529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98650" y="7215392"/>
              <a:ext cx="857250" cy="694055"/>
            </a:xfrm>
            <a:custGeom>
              <a:avLst/>
              <a:gdLst/>
              <a:ahLst/>
              <a:cxnLst/>
              <a:rect l="l" t="t" r="r" b="b"/>
              <a:pathLst>
                <a:path w="857250" h="694054">
                  <a:moveTo>
                    <a:pt x="0" y="693529"/>
                  </a:moveTo>
                  <a:lnTo>
                    <a:pt x="503878" y="0"/>
                  </a:lnTo>
                  <a:lnTo>
                    <a:pt x="524092" y="15145"/>
                  </a:lnTo>
                  <a:lnTo>
                    <a:pt x="543834" y="30865"/>
                  </a:lnTo>
                  <a:lnTo>
                    <a:pt x="581901" y="64031"/>
                  </a:lnTo>
                  <a:lnTo>
                    <a:pt x="617952" y="99379"/>
                  </a:lnTo>
                  <a:lnTo>
                    <a:pt x="651858" y="136790"/>
                  </a:lnTo>
                  <a:lnTo>
                    <a:pt x="683504" y="176130"/>
                  </a:lnTo>
                  <a:lnTo>
                    <a:pt x="712777" y="217267"/>
                  </a:lnTo>
                  <a:lnTo>
                    <a:pt x="739580" y="260054"/>
                  </a:lnTo>
                  <a:lnTo>
                    <a:pt x="763815" y="304346"/>
                  </a:lnTo>
                  <a:lnTo>
                    <a:pt x="785403" y="349987"/>
                  </a:lnTo>
                  <a:lnTo>
                    <a:pt x="804264" y="396820"/>
                  </a:lnTo>
                  <a:lnTo>
                    <a:pt x="820338" y="444682"/>
                  </a:lnTo>
                  <a:lnTo>
                    <a:pt x="833563" y="493408"/>
                  </a:lnTo>
                  <a:lnTo>
                    <a:pt x="843900" y="542828"/>
                  </a:lnTo>
                  <a:lnTo>
                    <a:pt x="851307" y="592770"/>
                  </a:lnTo>
                  <a:lnTo>
                    <a:pt x="855764" y="643062"/>
                  </a:lnTo>
                  <a:lnTo>
                    <a:pt x="857250" y="693529"/>
                  </a:lnTo>
                  <a:lnTo>
                    <a:pt x="0" y="69352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383184" y="7534719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15%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36638" y="7046912"/>
            <a:ext cx="1724025" cy="1724025"/>
            <a:chOff x="1036638" y="7046912"/>
            <a:chExt cx="1724025" cy="1724025"/>
          </a:xfrm>
        </p:grpSpPr>
        <p:sp>
          <p:nvSpPr>
            <p:cNvPr id="38" name="object 38"/>
            <p:cNvSpPr/>
            <p:nvPr/>
          </p:nvSpPr>
          <p:spPr>
            <a:xfrm>
              <a:off x="1041401" y="7051728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68469" y="1714370"/>
                  </a:moveTo>
                  <a:lnTo>
                    <a:pt x="820790" y="1713668"/>
                  </a:lnTo>
                  <a:lnTo>
                    <a:pt x="773223" y="1710315"/>
                  </a:lnTo>
                  <a:lnTo>
                    <a:pt x="725917" y="1704324"/>
                  </a:lnTo>
                  <a:lnTo>
                    <a:pt x="679016" y="1695710"/>
                  </a:lnTo>
                  <a:lnTo>
                    <a:pt x="632667" y="1684503"/>
                  </a:lnTo>
                  <a:lnTo>
                    <a:pt x="587013" y="1670735"/>
                  </a:lnTo>
                  <a:lnTo>
                    <a:pt x="542195" y="1654451"/>
                  </a:lnTo>
                  <a:lnTo>
                    <a:pt x="498352" y="1635699"/>
                  </a:lnTo>
                  <a:lnTo>
                    <a:pt x="455620" y="1614539"/>
                  </a:lnTo>
                  <a:lnTo>
                    <a:pt x="414130" y="1591035"/>
                  </a:lnTo>
                  <a:lnTo>
                    <a:pt x="374011" y="1565261"/>
                  </a:lnTo>
                  <a:lnTo>
                    <a:pt x="335388" y="1537295"/>
                  </a:lnTo>
                  <a:lnTo>
                    <a:pt x="298379" y="1507226"/>
                  </a:lnTo>
                  <a:lnTo>
                    <a:pt x="263099" y="1475145"/>
                  </a:lnTo>
                  <a:lnTo>
                    <a:pt x="229658" y="1441152"/>
                  </a:lnTo>
                  <a:lnTo>
                    <a:pt x="198159" y="1405353"/>
                  </a:lnTo>
                  <a:lnTo>
                    <a:pt x="168699" y="1367857"/>
                  </a:lnTo>
                  <a:lnTo>
                    <a:pt x="141369" y="1328781"/>
                  </a:lnTo>
                  <a:lnTo>
                    <a:pt x="116255" y="1288246"/>
                  </a:lnTo>
                  <a:lnTo>
                    <a:pt x="93433" y="1246377"/>
                  </a:lnTo>
                  <a:lnTo>
                    <a:pt x="72975" y="1203304"/>
                  </a:lnTo>
                  <a:lnTo>
                    <a:pt x="54943" y="1159160"/>
                  </a:lnTo>
                  <a:lnTo>
                    <a:pt x="39394" y="1114081"/>
                  </a:lnTo>
                  <a:lnTo>
                    <a:pt x="26375" y="1068208"/>
                  </a:lnTo>
                  <a:lnTo>
                    <a:pt x="15927" y="1021682"/>
                  </a:lnTo>
                  <a:lnTo>
                    <a:pt x="8083" y="974647"/>
                  </a:lnTo>
                  <a:lnTo>
                    <a:pt x="2866" y="927249"/>
                  </a:lnTo>
                  <a:lnTo>
                    <a:pt x="292" y="879634"/>
                  </a:lnTo>
                  <a:lnTo>
                    <a:pt x="0" y="855791"/>
                  </a:lnTo>
                  <a:lnTo>
                    <a:pt x="370" y="831949"/>
                  </a:lnTo>
                  <a:lnTo>
                    <a:pt x="3100" y="784342"/>
                  </a:lnTo>
                  <a:lnTo>
                    <a:pt x="8472" y="736961"/>
                  </a:lnTo>
                  <a:lnTo>
                    <a:pt x="16470" y="689952"/>
                  </a:lnTo>
                  <a:lnTo>
                    <a:pt x="27070" y="643460"/>
                  </a:lnTo>
                  <a:lnTo>
                    <a:pt x="40239" y="597630"/>
                  </a:lnTo>
                  <a:lnTo>
                    <a:pt x="55936" y="552603"/>
                  </a:lnTo>
                  <a:lnTo>
                    <a:pt x="74112" y="508518"/>
                  </a:lnTo>
                  <a:lnTo>
                    <a:pt x="94711" y="465512"/>
                  </a:lnTo>
                  <a:lnTo>
                    <a:pt x="117669" y="423719"/>
                  </a:lnTo>
                  <a:lnTo>
                    <a:pt x="142916" y="383266"/>
                  </a:lnTo>
                  <a:lnTo>
                    <a:pt x="170374" y="344280"/>
                  </a:lnTo>
                  <a:lnTo>
                    <a:pt x="199956" y="306880"/>
                  </a:lnTo>
                  <a:lnTo>
                    <a:pt x="231573" y="271184"/>
                  </a:lnTo>
                  <a:lnTo>
                    <a:pt x="265125" y="237301"/>
                  </a:lnTo>
                  <a:lnTo>
                    <a:pt x="300509" y="205335"/>
                  </a:lnTo>
                  <a:lnTo>
                    <a:pt x="337616" y="175387"/>
                  </a:lnTo>
                  <a:lnTo>
                    <a:pt x="376331" y="147548"/>
                  </a:lnTo>
                  <a:lnTo>
                    <a:pt x="416534" y="121905"/>
                  </a:lnTo>
                  <a:lnTo>
                    <a:pt x="458100" y="98538"/>
                  </a:lnTo>
                  <a:lnTo>
                    <a:pt x="500902" y="77517"/>
                  </a:lnTo>
                  <a:lnTo>
                    <a:pt x="544806" y="58909"/>
                  </a:lnTo>
                  <a:lnTo>
                    <a:pt x="589677" y="42771"/>
                  </a:lnTo>
                  <a:lnTo>
                    <a:pt x="635376" y="29153"/>
                  </a:lnTo>
                  <a:lnTo>
                    <a:pt x="681761" y="18098"/>
                  </a:lnTo>
                  <a:lnTo>
                    <a:pt x="728689" y="9638"/>
                  </a:lnTo>
                  <a:lnTo>
                    <a:pt x="776016" y="3801"/>
                  </a:lnTo>
                  <a:lnTo>
                    <a:pt x="823593" y="604"/>
                  </a:lnTo>
                  <a:lnTo>
                    <a:pt x="847430" y="0"/>
                  </a:lnTo>
                  <a:lnTo>
                    <a:pt x="871275" y="58"/>
                  </a:lnTo>
                  <a:lnTo>
                    <a:pt x="918913" y="2164"/>
                  </a:lnTo>
                  <a:lnTo>
                    <a:pt x="966360" y="6916"/>
                  </a:lnTo>
                  <a:lnTo>
                    <a:pt x="1013470" y="14298"/>
                  </a:lnTo>
                  <a:lnTo>
                    <a:pt x="1060096" y="24289"/>
                  </a:lnTo>
                  <a:lnTo>
                    <a:pt x="1106095" y="36856"/>
                  </a:lnTo>
                  <a:lnTo>
                    <a:pt x="1151324" y="51962"/>
                  </a:lnTo>
                  <a:lnTo>
                    <a:pt x="1195643" y="69560"/>
                  </a:lnTo>
                  <a:lnTo>
                    <a:pt x="1238914" y="89594"/>
                  </a:lnTo>
                  <a:lnTo>
                    <a:pt x="1281005" y="112004"/>
                  </a:lnTo>
                  <a:lnTo>
                    <a:pt x="1321785" y="136719"/>
                  </a:lnTo>
                  <a:lnTo>
                    <a:pt x="1361127" y="163664"/>
                  </a:lnTo>
                  <a:lnTo>
                    <a:pt x="857248" y="857193"/>
                  </a:lnTo>
                  <a:lnTo>
                    <a:pt x="1714498" y="857193"/>
                  </a:lnTo>
                  <a:lnTo>
                    <a:pt x="1713172" y="904860"/>
                  </a:lnTo>
                  <a:lnTo>
                    <a:pt x="1709198" y="952378"/>
                  </a:lnTo>
                  <a:lnTo>
                    <a:pt x="1702587" y="999603"/>
                  </a:lnTo>
                  <a:lnTo>
                    <a:pt x="1693361" y="1046386"/>
                  </a:lnTo>
                  <a:lnTo>
                    <a:pt x="1681547" y="1092584"/>
                  </a:lnTo>
                  <a:lnTo>
                    <a:pt x="1667183" y="1138054"/>
                  </a:lnTo>
                  <a:lnTo>
                    <a:pt x="1650313" y="1182655"/>
                  </a:lnTo>
                  <a:lnTo>
                    <a:pt x="1630990" y="1226249"/>
                  </a:lnTo>
                  <a:lnTo>
                    <a:pt x="1609272" y="1268701"/>
                  </a:lnTo>
                  <a:lnTo>
                    <a:pt x="1585227" y="1309880"/>
                  </a:lnTo>
                  <a:lnTo>
                    <a:pt x="1558930" y="1349658"/>
                  </a:lnTo>
                  <a:lnTo>
                    <a:pt x="1530461" y="1387912"/>
                  </a:lnTo>
                  <a:lnTo>
                    <a:pt x="1499910" y="1424524"/>
                  </a:lnTo>
                  <a:lnTo>
                    <a:pt x="1467370" y="1459380"/>
                  </a:lnTo>
                  <a:lnTo>
                    <a:pt x="1432942" y="1492374"/>
                  </a:lnTo>
                  <a:lnTo>
                    <a:pt x="1396733" y="1523402"/>
                  </a:lnTo>
                  <a:lnTo>
                    <a:pt x="1358855" y="1552368"/>
                  </a:lnTo>
                  <a:lnTo>
                    <a:pt x="1319425" y="1579184"/>
                  </a:lnTo>
                  <a:lnTo>
                    <a:pt x="1278564" y="1603766"/>
                  </a:lnTo>
                  <a:lnTo>
                    <a:pt x="1236400" y="1626038"/>
                  </a:lnTo>
                  <a:lnTo>
                    <a:pt x="1193063" y="1645930"/>
                  </a:lnTo>
                  <a:lnTo>
                    <a:pt x="1148687" y="1663383"/>
                  </a:lnTo>
                  <a:lnTo>
                    <a:pt x="1103409" y="1678340"/>
                  </a:lnTo>
                  <a:lnTo>
                    <a:pt x="1057369" y="1690757"/>
                  </a:lnTo>
                  <a:lnTo>
                    <a:pt x="1010711" y="1700595"/>
                  </a:lnTo>
                  <a:lnTo>
                    <a:pt x="963577" y="1707824"/>
                  </a:lnTo>
                  <a:lnTo>
                    <a:pt x="916114" y="1712420"/>
                  </a:lnTo>
                  <a:lnTo>
                    <a:pt x="892305" y="1713726"/>
                  </a:lnTo>
                  <a:lnTo>
                    <a:pt x="868469" y="171437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41401" y="7051675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48" y="857247"/>
                  </a:moveTo>
                  <a:lnTo>
                    <a:pt x="1714498" y="857247"/>
                  </a:lnTo>
                  <a:lnTo>
                    <a:pt x="1714415" y="869170"/>
                  </a:lnTo>
                  <a:lnTo>
                    <a:pt x="1714167" y="881089"/>
                  </a:lnTo>
                  <a:lnTo>
                    <a:pt x="1711515" y="928700"/>
                  </a:lnTo>
                  <a:lnTo>
                    <a:pt x="1706221" y="976090"/>
                  </a:lnTo>
                  <a:lnTo>
                    <a:pt x="1698299" y="1023112"/>
                  </a:lnTo>
                  <a:lnTo>
                    <a:pt x="1687775" y="1069621"/>
                  </a:lnTo>
                  <a:lnTo>
                    <a:pt x="1674682" y="1115473"/>
                  </a:lnTo>
                  <a:lnTo>
                    <a:pt x="1659059" y="1160526"/>
                  </a:lnTo>
                  <a:lnTo>
                    <a:pt x="1640955" y="1204640"/>
                  </a:lnTo>
                  <a:lnTo>
                    <a:pt x="1620426" y="1247680"/>
                  </a:lnTo>
                  <a:lnTo>
                    <a:pt x="1597536" y="1289511"/>
                  </a:lnTo>
                  <a:lnTo>
                    <a:pt x="1572355" y="1330005"/>
                  </a:lnTo>
                  <a:lnTo>
                    <a:pt x="1544962" y="1369036"/>
                  </a:lnTo>
                  <a:lnTo>
                    <a:pt x="1515440" y="1406484"/>
                  </a:lnTo>
                  <a:lnTo>
                    <a:pt x="1483882" y="1442232"/>
                  </a:lnTo>
                  <a:lnTo>
                    <a:pt x="1450386" y="1476170"/>
                  </a:lnTo>
                  <a:lnTo>
                    <a:pt x="1415054" y="1508193"/>
                  </a:lnTo>
                  <a:lnTo>
                    <a:pt x="1377996" y="1538202"/>
                  </a:lnTo>
                  <a:lnTo>
                    <a:pt x="1339326" y="1566104"/>
                  </a:lnTo>
                  <a:lnTo>
                    <a:pt x="1299166" y="1591813"/>
                  </a:lnTo>
                  <a:lnTo>
                    <a:pt x="1257637" y="1615249"/>
                  </a:lnTo>
                  <a:lnTo>
                    <a:pt x="1214870" y="1636339"/>
                  </a:lnTo>
                  <a:lnTo>
                    <a:pt x="1170997" y="1655019"/>
                  </a:lnTo>
                  <a:lnTo>
                    <a:pt x="1126152" y="1671230"/>
                  </a:lnTo>
                  <a:lnTo>
                    <a:pt x="1080476" y="1684923"/>
                  </a:lnTo>
                  <a:lnTo>
                    <a:pt x="1034108" y="1696054"/>
                  </a:lnTo>
                  <a:lnTo>
                    <a:pt x="987194" y="1704591"/>
                  </a:lnTo>
                  <a:lnTo>
                    <a:pt x="939878" y="1710505"/>
                  </a:lnTo>
                  <a:lnTo>
                    <a:pt x="892305" y="1713780"/>
                  </a:lnTo>
                  <a:lnTo>
                    <a:pt x="856546" y="1714497"/>
                  </a:lnTo>
                  <a:lnTo>
                    <a:pt x="844625" y="1714404"/>
                  </a:lnTo>
                  <a:lnTo>
                    <a:pt x="796983" y="1712376"/>
                  </a:lnTo>
                  <a:lnTo>
                    <a:pt x="749528" y="1707702"/>
                  </a:lnTo>
                  <a:lnTo>
                    <a:pt x="702406" y="1700397"/>
                  </a:lnTo>
                  <a:lnTo>
                    <a:pt x="655764" y="1690483"/>
                  </a:lnTo>
                  <a:lnTo>
                    <a:pt x="609744" y="1677990"/>
                  </a:lnTo>
                  <a:lnTo>
                    <a:pt x="564491" y="1662958"/>
                  </a:lnTo>
                  <a:lnTo>
                    <a:pt x="520143" y="1645433"/>
                  </a:lnTo>
                  <a:lnTo>
                    <a:pt x="476839" y="1625470"/>
                  </a:lnTo>
                  <a:lnTo>
                    <a:pt x="434711" y="1603129"/>
                  </a:lnTo>
                  <a:lnTo>
                    <a:pt x="393891" y="1578481"/>
                  </a:lnTo>
                  <a:lnTo>
                    <a:pt x="354505" y="1551600"/>
                  </a:lnTo>
                  <a:lnTo>
                    <a:pt x="316674" y="1522572"/>
                  </a:lnTo>
                  <a:lnTo>
                    <a:pt x="280516" y="1491485"/>
                  </a:lnTo>
                  <a:lnTo>
                    <a:pt x="246142" y="1458435"/>
                  </a:lnTo>
                  <a:lnTo>
                    <a:pt x="213659" y="1423525"/>
                  </a:lnTo>
                  <a:lnTo>
                    <a:pt x="183168" y="1386863"/>
                  </a:lnTo>
                  <a:lnTo>
                    <a:pt x="154762" y="1348562"/>
                  </a:lnTo>
                  <a:lnTo>
                    <a:pt x="128530" y="1308741"/>
                  </a:lnTo>
                  <a:lnTo>
                    <a:pt x="104553" y="1267523"/>
                  </a:lnTo>
                  <a:lnTo>
                    <a:pt x="82904" y="1225036"/>
                  </a:lnTo>
                  <a:lnTo>
                    <a:pt x="63652" y="1181411"/>
                  </a:lnTo>
                  <a:lnTo>
                    <a:pt x="46855" y="1136782"/>
                  </a:lnTo>
                  <a:lnTo>
                    <a:pt x="32565" y="1091289"/>
                  </a:lnTo>
                  <a:lnTo>
                    <a:pt x="20828" y="1045072"/>
                  </a:lnTo>
                  <a:lnTo>
                    <a:pt x="11678" y="998273"/>
                  </a:lnTo>
                  <a:lnTo>
                    <a:pt x="5145" y="951038"/>
                  </a:lnTo>
                  <a:lnTo>
                    <a:pt x="1248" y="903513"/>
                  </a:lnTo>
                  <a:lnTo>
                    <a:pt x="0" y="855844"/>
                  </a:lnTo>
                  <a:lnTo>
                    <a:pt x="102" y="843923"/>
                  </a:lnTo>
                  <a:lnTo>
                    <a:pt x="2169" y="796283"/>
                  </a:lnTo>
                  <a:lnTo>
                    <a:pt x="6882" y="748832"/>
                  </a:lnTo>
                  <a:lnTo>
                    <a:pt x="14225" y="701716"/>
                  </a:lnTo>
                  <a:lnTo>
                    <a:pt x="24178" y="655082"/>
                  </a:lnTo>
                  <a:lnTo>
                    <a:pt x="36708" y="609073"/>
                  </a:lnTo>
                  <a:lnTo>
                    <a:pt x="51777" y="563832"/>
                  </a:lnTo>
                  <a:lnTo>
                    <a:pt x="69338" y="519498"/>
                  </a:lnTo>
                  <a:lnTo>
                    <a:pt x="89337" y="476210"/>
                  </a:lnTo>
                  <a:lnTo>
                    <a:pt x="111712" y="434101"/>
                  </a:lnTo>
                  <a:lnTo>
                    <a:pt x="136394" y="393301"/>
                  </a:lnTo>
                  <a:lnTo>
                    <a:pt x="163306" y="353937"/>
                  </a:lnTo>
                  <a:lnTo>
                    <a:pt x="192365" y="316129"/>
                  </a:lnTo>
                  <a:lnTo>
                    <a:pt x="223482" y="279997"/>
                  </a:lnTo>
                  <a:lnTo>
                    <a:pt x="256560" y="245650"/>
                  </a:lnTo>
                  <a:lnTo>
                    <a:pt x="291496" y="213196"/>
                  </a:lnTo>
                  <a:lnTo>
                    <a:pt x="328183" y="182734"/>
                  </a:lnTo>
                  <a:lnTo>
                    <a:pt x="366507" y="154360"/>
                  </a:lnTo>
                  <a:lnTo>
                    <a:pt x="406349" y="128160"/>
                  </a:lnTo>
                  <a:lnTo>
                    <a:pt x="447587" y="104216"/>
                  </a:lnTo>
                  <a:lnTo>
                    <a:pt x="490092" y="82603"/>
                  </a:lnTo>
                  <a:lnTo>
                    <a:pt x="533733" y="63386"/>
                  </a:lnTo>
                  <a:lnTo>
                    <a:pt x="578375" y="46625"/>
                  </a:lnTo>
                  <a:lnTo>
                    <a:pt x="623880" y="32373"/>
                  </a:lnTo>
                  <a:lnTo>
                    <a:pt x="670107" y="20673"/>
                  </a:lnTo>
                  <a:lnTo>
                    <a:pt x="716913" y="11562"/>
                  </a:lnTo>
                  <a:lnTo>
                    <a:pt x="764154" y="5067"/>
                  </a:lnTo>
                  <a:lnTo>
                    <a:pt x="811682" y="1209"/>
                  </a:lnTo>
                  <a:lnTo>
                    <a:pt x="859351" y="0"/>
                  </a:lnTo>
                  <a:lnTo>
                    <a:pt x="871275" y="112"/>
                  </a:lnTo>
                  <a:lnTo>
                    <a:pt x="918913" y="2218"/>
                  </a:lnTo>
                  <a:lnTo>
                    <a:pt x="966360" y="6969"/>
                  </a:lnTo>
                  <a:lnTo>
                    <a:pt x="1013470" y="14352"/>
                  </a:lnTo>
                  <a:lnTo>
                    <a:pt x="1060096" y="24342"/>
                  </a:lnTo>
                  <a:lnTo>
                    <a:pt x="1106095" y="36910"/>
                  </a:lnTo>
                  <a:lnTo>
                    <a:pt x="1151324" y="52016"/>
                  </a:lnTo>
                  <a:lnTo>
                    <a:pt x="1195643" y="69613"/>
                  </a:lnTo>
                  <a:lnTo>
                    <a:pt x="1238914" y="89648"/>
                  </a:lnTo>
                  <a:lnTo>
                    <a:pt x="1281005" y="112057"/>
                  </a:lnTo>
                  <a:lnTo>
                    <a:pt x="1321785" y="136773"/>
                  </a:lnTo>
                  <a:lnTo>
                    <a:pt x="1361127" y="163717"/>
                  </a:lnTo>
                  <a:lnTo>
                    <a:pt x="857248" y="857247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07591" y="813375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85%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58"/>
            <a:ext cx="6086475" cy="8562975"/>
          </a:xfrm>
          <a:custGeom>
            <a:avLst/>
            <a:gdLst/>
            <a:ahLst/>
            <a:cxnLst/>
            <a:rect l="l" t="t" r="r" b="b"/>
            <a:pathLst>
              <a:path w="6086475" h="8562975">
                <a:moveTo>
                  <a:pt x="0" y="2662237"/>
                </a:moveTo>
                <a:lnTo>
                  <a:pt x="0" y="71437"/>
                </a:lnTo>
                <a:lnTo>
                  <a:pt x="0" y="66739"/>
                </a:lnTo>
                <a:lnTo>
                  <a:pt x="457" y="62089"/>
                </a:lnTo>
                <a:lnTo>
                  <a:pt x="12039" y="31728"/>
                </a:lnTo>
                <a:lnTo>
                  <a:pt x="14645" y="27831"/>
                </a:lnTo>
                <a:lnTo>
                  <a:pt x="17606" y="24222"/>
                </a:lnTo>
                <a:lnTo>
                  <a:pt x="20923" y="20910"/>
                </a:lnTo>
                <a:lnTo>
                  <a:pt x="24240" y="17589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62234" y="17589"/>
                </a:lnTo>
                <a:lnTo>
                  <a:pt x="6065550" y="20910"/>
                </a:lnTo>
                <a:lnTo>
                  <a:pt x="6068867" y="24222"/>
                </a:lnTo>
                <a:lnTo>
                  <a:pt x="6071828" y="27831"/>
                </a:lnTo>
                <a:lnTo>
                  <a:pt x="6074433" y="31728"/>
                </a:lnTo>
                <a:lnTo>
                  <a:pt x="6077040" y="35625"/>
                </a:lnTo>
                <a:lnTo>
                  <a:pt x="6079241" y="39746"/>
                </a:lnTo>
                <a:lnTo>
                  <a:pt x="6081035" y="44080"/>
                </a:lnTo>
                <a:lnTo>
                  <a:pt x="6082831" y="48415"/>
                </a:lnTo>
                <a:lnTo>
                  <a:pt x="6084186" y="52880"/>
                </a:lnTo>
                <a:lnTo>
                  <a:pt x="6085101" y="57485"/>
                </a:lnTo>
                <a:lnTo>
                  <a:pt x="6086016" y="62089"/>
                </a:lnTo>
                <a:lnTo>
                  <a:pt x="6086474" y="66739"/>
                </a:lnTo>
                <a:lnTo>
                  <a:pt x="6086475" y="71437"/>
                </a:lnTo>
                <a:lnTo>
                  <a:pt x="6086475" y="2662237"/>
                </a:lnTo>
                <a:lnTo>
                  <a:pt x="6086474" y="2666925"/>
                </a:lnTo>
                <a:lnTo>
                  <a:pt x="6086016" y="2671567"/>
                </a:lnTo>
                <a:lnTo>
                  <a:pt x="6085101" y="2676162"/>
                </a:lnTo>
                <a:lnTo>
                  <a:pt x="6084186" y="2680766"/>
                </a:lnTo>
                <a:lnTo>
                  <a:pt x="6082831" y="2685231"/>
                </a:lnTo>
                <a:lnTo>
                  <a:pt x="6081035" y="2689565"/>
                </a:lnTo>
                <a:lnTo>
                  <a:pt x="6079241" y="2693900"/>
                </a:lnTo>
                <a:lnTo>
                  <a:pt x="6077040" y="2698021"/>
                </a:lnTo>
                <a:lnTo>
                  <a:pt x="6074433" y="2701918"/>
                </a:lnTo>
                <a:lnTo>
                  <a:pt x="6071828" y="2705825"/>
                </a:lnTo>
                <a:lnTo>
                  <a:pt x="6068867" y="2709434"/>
                </a:lnTo>
                <a:lnTo>
                  <a:pt x="6065550" y="2712755"/>
                </a:lnTo>
                <a:lnTo>
                  <a:pt x="6062234" y="2716075"/>
                </a:lnTo>
                <a:lnTo>
                  <a:pt x="6058625" y="2719034"/>
                </a:lnTo>
                <a:lnTo>
                  <a:pt x="6054725" y="2721638"/>
                </a:lnTo>
                <a:lnTo>
                  <a:pt x="6050825" y="2724243"/>
                </a:lnTo>
                <a:lnTo>
                  <a:pt x="6028973" y="2732298"/>
                </a:lnTo>
                <a:lnTo>
                  <a:pt x="6024373" y="2733218"/>
                </a:lnTo>
                <a:lnTo>
                  <a:pt x="6019728" y="2733675"/>
                </a:lnTo>
                <a:lnTo>
                  <a:pt x="6015037" y="2733675"/>
                </a:lnTo>
                <a:lnTo>
                  <a:pt x="71437" y="2733675"/>
                </a:lnTo>
                <a:lnTo>
                  <a:pt x="66746" y="2733675"/>
                </a:lnTo>
                <a:lnTo>
                  <a:pt x="62101" y="2733218"/>
                </a:lnTo>
                <a:lnTo>
                  <a:pt x="57500" y="2732298"/>
                </a:lnTo>
                <a:lnTo>
                  <a:pt x="52900" y="2731387"/>
                </a:lnTo>
                <a:lnTo>
                  <a:pt x="31748" y="2721638"/>
                </a:lnTo>
                <a:lnTo>
                  <a:pt x="27848" y="2719034"/>
                </a:lnTo>
                <a:lnTo>
                  <a:pt x="24240" y="2716075"/>
                </a:lnTo>
                <a:lnTo>
                  <a:pt x="20923" y="2712755"/>
                </a:lnTo>
                <a:lnTo>
                  <a:pt x="17606" y="2709434"/>
                </a:lnTo>
                <a:lnTo>
                  <a:pt x="14645" y="2705825"/>
                </a:lnTo>
                <a:lnTo>
                  <a:pt x="12039" y="2701918"/>
                </a:lnTo>
                <a:lnTo>
                  <a:pt x="9433" y="2698021"/>
                </a:lnTo>
                <a:lnTo>
                  <a:pt x="7232" y="2693900"/>
                </a:lnTo>
                <a:lnTo>
                  <a:pt x="5437" y="2689565"/>
                </a:lnTo>
                <a:lnTo>
                  <a:pt x="3642" y="2685231"/>
                </a:lnTo>
                <a:lnTo>
                  <a:pt x="2287" y="2680766"/>
                </a:lnTo>
                <a:lnTo>
                  <a:pt x="1372" y="2676162"/>
                </a:lnTo>
                <a:lnTo>
                  <a:pt x="457" y="2671567"/>
                </a:lnTo>
                <a:lnTo>
                  <a:pt x="0" y="2666925"/>
                </a:lnTo>
                <a:lnTo>
                  <a:pt x="0" y="2662237"/>
                </a:lnTo>
                <a:close/>
              </a:path>
              <a:path w="6086475" h="8562975">
                <a:moveTo>
                  <a:pt x="0" y="5576887"/>
                </a:moveTo>
                <a:lnTo>
                  <a:pt x="0" y="2814637"/>
                </a:lnTo>
                <a:lnTo>
                  <a:pt x="0" y="2809939"/>
                </a:lnTo>
                <a:lnTo>
                  <a:pt x="457" y="2805298"/>
                </a:lnTo>
                <a:lnTo>
                  <a:pt x="1372" y="2800693"/>
                </a:lnTo>
                <a:lnTo>
                  <a:pt x="2287" y="2796089"/>
                </a:lnTo>
                <a:lnTo>
                  <a:pt x="3642" y="2791615"/>
                </a:lnTo>
                <a:lnTo>
                  <a:pt x="5437" y="2787290"/>
                </a:lnTo>
                <a:lnTo>
                  <a:pt x="7232" y="2782955"/>
                </a:lnTo>
                <a:lnTo>
                  <a:pt x="9433" y="2778844"/>
                </a:lnTo>
                <a:lnTo>
                  <a:pt x="12039" y="2774946"/>
                </a:lnTo>
                <a:lnTo>
                  <a:pt x="14645" y="2771049"/>
                </a:lnTo>
                <a:lnTo>
                  <a:pt x="17606" y="2767440"/>
                </a:lnTo>
                <a:lnTo>
                  <a:pt x="20923" y="2764119"/>
                </a:lnTo>
                <a:lnTo>
                  <a:pt x="24240" y="2760799"/>
                </a:lnTo>
                <a:lnTo>
                  <a:pt x="27848" y="2757840"/>
                </a:lnTo>
                <a:lnTo>
                  <a:pt x="31748" y="2755236"/>
                </a:lnTo>
                <a:lnTo>
                  <a:pt x="35649" y="2752623"/>
                </a:lnTo>
                <a:lnTo>
                  <a:pt x="57500" y="2744576"/>
                </a:lnTo>
                <a:lnTo>
                  <a:pt x="62101" y="2743656"/>
                </a:lnTo>
                <a:lnTo>
                  <a:pt x="66746" y="2743200"/>
                </a:lnTo>
                <a:lnTo>
                  <a:pt x="71437" y="2743200"/>
                </a:lnTo>
                <a:lnTo>
                  <a:pt x="6015037" y="2743200"/>
                </a:lnTo>
                <a:lnTo>
                  <a:pt x="6019728" y="2743200"/>
                </a:lnTo>
                <a:lnTo>
                  <a:pt x="6024373" y="2743656"/>
                </a:lnTo>
                <a:lnTo>
                  <a:pt x="6028973" y="2744576"/>
                </a:lnTo>
                <a:lnTo>
                  <a:pt x="6033574" y="2745487"/>
                </a:lnTo>
                <a:lnTo>
                  <a:pt x="6054725" y="2755236"/>
                </a:lnTo>
                <a:lnTo>
                  <a:pt x="6058625" y="2757840"/>
                </a:lnTo>
                <a:lnTo>
                  <a:pt x="6062234" y="2760799"/>
                </a:lnTo>
                <a:lnTo>
                  <a:pt x="6065550" y="2764119"/>
                </a:lnTo>
                <a:lnTo>
                  <a:pt x="6068867" y="2767440"/>
                </a:lnTo>
                <a:lnTo>
                  <a:pt x="6071828" y="2771049"/>
                </a:lnTo>
                <a:lnTo>
                  <a:pt x="6074433" y="2774946"/>
                </a:lnTo>
                <a:lnTo>
                  <a:pt x="6077040" y="2778844"/>
                </a:lnTo>
                <a:lnTo>
                  <a:pt x="6079241" y="2782955"/>
                </a:lnTo>
                <a:lnTo>
                  <a:pt x="6081035" y="2787290"/>
                </a:lnTo>
                <a:lnTo>
                  <a:pt x="6082831" y="2791615"/>
                </a:lnTo>
                <a:lnTo>
                  <a:pt x="6084186" y="2796089"/>
                </a:lnTo>
                <a:lnTo>
                  <a:pt x="6085101" y="2800693"/>
                </a:lnTo>
                <a:lnTo>
                  <a:pt x="6086016" y="2805298"/>
                </a:lnTo>
                <a:lnTo>
                  <a:pt x="6086474" y="2809939"/>
                </a:lnTo>
                <a:lnTo>
                  <a:pt x="6086475" y="2814637"/>
                </a:lnTo>
                <a:lnTo>
                  <a:pt x="6086475" y="5576887"/>
                </a:lnTo>
                <a:lnTo>
                  <a:pt x="6086474" y="5581575"/>
                </a:lnTo>
                <a:lnTo>
                  <a:pt x="6086016" y="5586217"/>
                </a:lnTo>
                <a:lnTo>
                  <a:pt x="6085101" y="5590812"/>
                </a:lnTo>
                <a:lnTo>
                  <a:pt x="6084186" y="5595406"/>
                </a:lnTo>
                <a:lnTo>
                  <a:pt x="6082831" y="5599872"/>
                </a:lnTo>
                <a:lnTo>
                  <a:pt x="6081035" y="5604207"/>
                </a:lnTo>
                <a:lnTo>
                  <a:pt x="6079241" y="5608540"/>
                </a:lnTo>
                <a:lnTo>
                  <a:pt x="6050825" y="5638874"/>
                </a:lnTo>
                <a:lnTo>
                  <a:pt x="6028973" y="5646939"/>
                </a:lnTo>
                <a:lnTo>
                  <a:pt x="6024373" y="5647860"/>
                </a:lnTo>
                <a:lnTo>
                  <a:pt x="6019728" y="5648315"/>
                </a:lnTo>
                <a:lnTo>
                  <a:pt x="6015037" y="5648325"/>
                </a:lnTo>
                <a:lnTo>
                  <a:pt x="71437" y="5648325"/>
                </a:lnTo>
                <a:lnTo>
                  <a:pt x="31748" y="5636270"/>
                </a:lnTo>
                <a:lnTo>
                  <a:pt x="12039" y="5616559"/>
                </a:lnTo>
                <a:lnTo>
                  <a:pt x="9433" y="5612662"/>
                </a:lnTo>
                <a:lnTo>
                  <a:pt x="0" y="5581575"/>
                </a:lnTo>
                <a:lnTo>
                  <a:pt x="0" y="5576887"/>
                </a:lnTo>
                <a:close/>
              </a:path>
              <a:path w="6086475" h="8562975">
                <a:moveTo>
                  <a:pt x="0" y="8491537"/>
                </a:moveTo>
                <a:lnTo>
                  <a:pt x="0" y="5729287"/>
                </a:lnTo>
                <a:lnTo>
                  <a:pt x="0" y="5724589"/>
                </a:lnTo>
                <a:lnTo>
                  <a:pt x="457" y="5719948"/>
                </a:lnTo>
                <a:lnTo>
                  <a:pt x="12039" y="5689578"/>
                </a:lnTo>
                <a:lnTo>
                  <a:pt x="14645" y="5685681"/>
                </a:lnTo>
                <a:lnTo>
                  <a:pt x="17606" y="5682072"/>
                </a:lnTo>
                <a:lnTo>
                  <a:pt x="20923" y="5678760"/>
                </a:lnTo>
                <a:lnTo>
                  <a:pt x="24240" y="5675439"/>
                </a:lnTo>
                <a:lnTo>
                  <a:pt x="62101" y="5658314"/>
                </a:lnTo>
                <a:lnTo>
                  <a:pt x="71437" y="5657850"/>
                </a:lnTo>
                <a:lnTo>
                  <a:pt x="6015037" y="5657850"/>
                </a:lnTo>
                <a:lnTo>
                  <a:pt x="6054725" y="5669867"/>
                </a:lnTo>
                <a:lnTo>
                  <a:pt x="6065550" y="5678760"/>
                </a:lnTo>
                <a:lnTo>
                  <a:pt x="6068867" y="5682072"/>
                </a:lnTo>
                <a:lnTo>
                  <a:pt x="6071828" y="5685681"/>
                </a:lnTo>
                <a:lnTo>
                  <a:pt x="6074433" y="5689578"/>
                </a:lnTo>
                <a:lnTo>
                  <a:pt x="6077040" y="5693475"/>
                </a:lnTo>
                <a:lnTo>
                  <a:pt x="6079241" y="5697587"/>
                </a:lnTo>
                <a:lnTo>
                  <a:pt x="6081035" y="5701930"/>
                </a:lnTo>
                <a:lnTo>
                  <a:pt x="6082831" y="5706275"/>
                </a:lnTo>
                <a:lnTo>
                  <a:pt x="6084186" y="5710739"/>
                </a:lnTo>
                <a:lnTo>
                  <a:pt x="6085101" y="5715343"/>
                </a:lnTo>
                <a:lnTo>
                  <a:pt x="6086016" y="5719948"/>
                </a:lnTo>
                <a:lnTo>
                  <a:pt x="6086474" y="5724589"/>
                </a:lnTo>
                <a:lnTo>
                  <a:pt x="6086475" y="5729287"/>
                </a:lnTo>
                <a:lnTo>
                  <a:pt x="6086475" y="8491537"/>
                </a:lnTo>
                <a:lnTo>
                  <a:pt x="6086474" y="8496235"/>
                </a:lnTo>
                <a:lnTo>
                  <a:pt x="6086016" y="8500876"/>
                </a:lnTo>
                <a:lnTo>
                  <a:pt x="6085101" y="8505471"/>
                </a:lnTo>
                <a:lnTo>
                  <a:pt x="6084186" y="8510066"/>
                </a:lnTo>
                <a:lnTo>
                  <a:pt x="6082831" y="8514531"/>
                </a:lnTo>
                <a:lnTo>
                  <a:pt x="6081035" y="8518857"/>
                </a:lnTo>
                <a:lnTo>
                  <a:pt x="6079241" y="8523190"/>
                </a:lnTo>
                <a:lnTo>
                  <a:pt x="6065550" y="8542045"/>
                </a:lnTo>
                <a:lnTo>
                  <a:pt x="6062234" y="8545367"/>
                </a:lnTo>
                <a:lnTo>
                  <a:pt x="6058625" y="8548324"/>
                </a:lnTo>
                <a:lnTo>
                  <a:pt x="6054725" y="8550920"/>
                </a:lnTo>
                <a:lnTo>
                  <a:pt x="6050825" y="8553524"/>
                </a:lnTo>
                <a:lnTo>
                  <a:pt x="6015037" y="8562975"/>
                </a:lnTo>
                <a:lnTo>
                  <a:pt x="71437" y="8562975"/>
                </a:lnTo>
                <a:lnTo>
                  <a:pt x="31748" y="8550929"/>
                </a:lnTo>
                <a:lnTo>
                  <a:pt x="20923" y="8542045"/>
                </a:lnTo>
                <a:lnTo>
                  <a:pt x="17606" y="8538725"/>
                </a:lnTo>
                <a:lnTo>
                  <a:pt x="14645" y="8535106"/>
                </a:lnTo>
                <a:lnTo>
                  <a:pt x="12039" y="8531209"/>
                </a:lnTo>
                <a:lnTo>
                  <a:pt x="9433" y="8527312"/>
                </a:lnTo>
                <a:lnTo>
                  <a:pt x="7232" y="8523190"/>
                </a:lnTo>
                <a:lnTo>
                  <a:pt x="5437" y="8518857"/>
                </a:lnTo>
                <a:lnTo>
                  <a:pt x="3642" y="8514531"/>
                </a:lnTo>
                <a:lnTo>
                  <a:pt x="2287" y="8510066"/>
                </a:lnTo>
                <a:lnTo>
                  <a:pt x="1372" y="8505471"/>
                </a:lnTo>
                <a:lnTo>
                  <a:pt x="457" y="8500876"/>
                </a:lnTo>
                <a:lnTo>
                  <a:pt x="0" y="8496235"/>
                </a:lnTo>
                <a:lnTo>
                  <a:pt x="0" y="849153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395853"/>
            <a:ext cx="4700270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27-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Have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noticed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tolerance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boredom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decreasing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since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using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short-form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apps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37" y="3139052"/>
            <a:ext cx="4822190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28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-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75" dirty="0">
                <a:solidFill>
                  <a:srgbClr val="202024"/>
                </a:solidFill>
                <a:latin typeface="Arial MT"/>
                <a:cs typeface="Arial MT"/>
              </a:rPr>
              <a:t>Does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watching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short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videos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made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it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harder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for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remember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details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from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lectures,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202024"/>
                </a:solidFill>
                <a:latin typeface="Arial MT"/>
                <a:cs typeface="Arial MT"/>
              </a:rPr>
              <a:t>books,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conversation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37" y="6053703"/>
            <a:ext cx="492315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29-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feel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that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repeated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exposure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certain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ideas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lifestyles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in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short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videos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has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influenced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202024"/>
                </a:solidFill>
                <a:latin typeface="Arial MT"/>
                <a:cs typeface="Arial MT"/>
              </a:rPr>
              <a:t>your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worldview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0900" y="1184272"/>
            <a:ext cx="3171825" cy="1905000"/>
            <a:chOff x="850900" y="1184272"/>
            <a:chExt cx="3171825" cy="1905000"/>
          </a:xfrm>
        </p:grpSpPr>
        <p:sp>
          <p:nvSpPr>
            <p:cNvPr id="9" name="object 9"/>
            <p:cNvSpPr/>
            <p:nvPr/>
          </p:nvSpPr>
          <p:spPr>
            <a:xfrm>
              <a:off x="850900" y="118427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79522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48000" y="121443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6637" y="1274760"/>
            <a:ext cx="1986280" cy="1724025"/>
            <a:chOff x="1036637" y="1274760"/>
            <a:chExt cx="1986280" cy="17240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431922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37" y="1274760"/>
              <a:ext cx="1724024" cy="17240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329904" y="1673718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20%</a:t>
            </a:r>
            <a:endParaRPr sz="750">
              <a:latin typeface="Roboto Bk"/>
              <a:cs typeface="Roboto B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0871" y="2450452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80%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50900" y="4098922"/>
            <a:ext cx="3171825" cy="1905000"/>
            <a:chOff x="850900" y="4098922"/>
            <a:chExt cx="3171825" cy="1905000"/>
          </a:xfrm>
        </p:grpSpPr>
        <p:sp>
          <p:nvSpPr>
            <p:cNvPr id="20" name="object 20"/>
            <p:cNvSpPr/>
            <p:nvPr/>
          </p:nvSpPr>
          <p:spPr>
            <a:xfrm>
              <a:off x="850900" y="4098922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4194172"/>
              <a:ext cx="95250" cy="952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048000" y="4129085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90008" y="4189449"/>
            <a:ext cx="1633220" cy="866775"/>
            <a:chOff x="1390008" y="4189449"/>
            <a:chExt cx="1633220" cy="8667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4346572"/>
              <a:ext cx="95250" cy="952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94771" y="4194211"/>
              <a:ext cx="1361440" cy="857250"/>
            </a:xfrm>
            <a:custGeom>
              <a:avLst/>
              <a:gdLst/>
              <a:ahLst/>
              <a:cxnLst/>
              <a:rect l="l" t="t" r="r" b="b"/>
              <a:pathLst>
                <a:path w="1361439" h="857250">
                  <a:moveTo>
                    <a:pt x="1361128" y="857211"/>
                  </a:moveTo>
                  <a:lnTo>
                    <a:pt x="503878" y="857211"/>
                  </a:lnTo>
                  <a:lnTo>
                    <a:pt x="0" y="163681"/>
                  </a:lnTo>
                  <a:lnTo>
                    <a:pt x="48811" y="130715"/>
                  </a:lnTo>
                  <a:lnTo>
                    <a:pt x="99773" y="101184"/>
                  </a:lnTo>
                  <a:lnTo>
                    <a:pt x="152641" y="75217"/>
                  </a:lnTo>
                  <a:lnTo>
                    <a:pt x="207169" y="52946"/>
                  </a:lnTo>
                  <a:lnTo>
                    <a:pt x="263097" y="34468"/>
                  </a:lnTo>
                  <a:lnTo>
                    <a:pt x="320162" y="19878"/>
                  </a:lnTo>
                  <a:lnTo>
                    <a:pt x="378093" y="9237"/>
                  </a:lnTo>
                  <a:lnTo>
                    <a:pt x="436619" y="2603"/>
                  </a:lnTo>
                  <a:lnTo>
                    <a:pt x="495462" y="0"/>
                  </a:lnTo>
                  <a:lnTo>
                    <a:pt x="524899" y="217"/>
                  </a:lnTo>
                  <a:lnTo>
                    <a:pt x="583732" y="3687"/>
                  </a:lnTo>
                  <a:lnTo>
                    <a:pt x="642119" y="11179"/>
                  </a:lnTo>
                  <a:lnTo>
                    <a:pt x="699923" y="22677"/>
                  </a:lnTo>
                  <a:lnTo>
                    <a:pt x="756732" y="38098"/>
                  </a:lnTo>
                  <a:lnTo>
                    <a:pt x="812415" y="57408"/>
                  </a:lnTo>
                  <a:lnTo>
                    <a:pt x="866576" y="80467"/>
                  </a:lnTo>
                  <a:lnTo>
                    <a:pt x="919088" y="107224"/>
                  </a:lnTo>
                  <a:lnTo>
                    <a:pt x="969579" y="137487"/>
                  </a:lnTo>
                  <a:lnTo>
                    <a:pt x="1017930" y="171185"/>
                  </a:lnTo>
                  <a:lnTo>
                    <a:pt x="1063799" y="208081"/>
                  </a:lnTo>
                  <a:lnTo>
                    <a:pt x="1107076" y="248086"/>
                  </a:lnTo>
                  <a:lnTo>
                    <a:pt x="1147457" y="290919"/>
                  </a:lnTo>
                  <a:lnTo>
                    <a:pt x="1184845" y="336476"/>
                  </a:lnTo>
                  <a:lnTo>
                    <a:pt x="1218976" y="384437"/>
                  </a:lnTo>
                  <a:lnTo>
                    <a:pt x="1249770" y="434688"/>
                  </a:lnTo>
                  <a:lnTo>
                    <a:pt x="1277008" y="486873"/>
                  </a:lnTo>
                  <a:lnTo>
                    <a:pt x="1300627" y="540869"/>
                  </a:lnTo>
                  <a:lnTo>
                    <a:pt x="1320458" y="596294"/>
                  </a:lnTo>
                  <a:lnTo>
                    <a:pt x="1336456" y="653017"/>
                  </a:lnTo>
                  <a:lnTo>
                    <a:pt x="1348506" y="710636"/>
                  </a:lnTo>
                  <a:lnTo>
                    <a:pt x="1356581" y="769016"/>
                  </a:lnTo>
                  <a:lnTo>
                    <a:pt x="1360623" y="827743"/>
                  </a:lnTo>
                  <a:lnTo>
                    <a:pt x="1361128" y="857211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94771" y="4194211"/>
              <a:ext cx="1361440" cy="857250"/>
            </a:xfrm>
            <a:custGeom>
              <a:avLst/>
              <a:gdLst/>
              <a:ahLst/>
              <a:cxnLst/>
              <a:rect l="l" t="t" r="r" b="b"/>
              <a:pathLst>
                <a:path w="1361439" h="857250">
                  <a:moveTo>
                    <a:pt x="503878" y="857211"/>
                  </a:moveTo>
                  <a:lnTo>
                    <a:pt x="0" y="163681"/>
                  </a:lnTo>
                  <a:lnTo>
                    <a:pt x="24136" y="146769"/>
                  </a:lnTo>
                  <a:lnTo>
                    <a:pt x="48811" y="130715"/>
                  </a:lnTo>
                  <a:lnTo>
                    <a:pt x="99773" y="101184"/>
                  </a:lnTo>
                  <a:lnTo>
                    <a:pt x="152641" y="75217"/>
                  </a:lnTo>
                  <a:lnTo>
                    <a:pt x="207169" y="52946"/>
                  </a:lnTo>
                  <a:lnTo>
                    <a:pt x="263097" y="34468"/>
                  </a:lnTo>
                  <a:lnTo>
                    <a:pt x="320162" y="19878"/>
                  </a:lnTo>
                  <a:lnTo>
                    <a:pt x="378093" y="9237"/>
                  </a:lnTo>
                  <a:lnTo>
                    <a:pt x="436619" y="2603"/>
                  </a:lnTo>
                  <a:lnTo>
                    <a:pt x="495462" y="0"/>
                  </a:lnTo>
                  <a:lnTo>
                    <a:pt x="524899" y="217"/>
                  </a:lnTo>
                  <a:lnTo>
                    <a:pt x="583732" y="3687"/>
                  </a:lnTo>
                  <a:lnTo>
                    <a:pt x="642119" y="11179"/>
                  </a:lnTo>
                  <a:lnTo>
                    <a:pt x="699923" y="22677"/>
                  </a:lnTo>
                  <a:lnTo>
                    <a:pt x="756732" y="38098"/>
                  </a:lnTo>
                  <a:lnTo>
                    <a:pt x="812415" y="57408"/>
                  </a:lnTo>
                  <a:lnTo>
                    <a:pt x="866576" y="80467"/>
                  </a:lnTo>
                  <a:lnTo>
                    <a:pt x="919088" y="107224"/>
                  </a:lnTo>
                  <a:lnTo>
                    <a:pt x="969579" y="137487"/>
                  </a:lnTo>
                  <a:lnTo>
                    <a:pt x="1017930" y="171185"/>
                  </a:lnTo>
                  <a:lnTo>
                    <a:pt x="1063799" y="208081"/>
                  </a:lnTo>
                  <a:lnTo>
                    <a:pt x="1107076" y="248086"/>
                  </a:lnTo>
                  <a:lnTo>
                    <a:pt x="1147457" y="290919"/>
                  </a:lnTo>
                  <a:lnTo>
                    <a:pt x="1184845" y="336476"/>
                  </a:lnTo>
                  <a:lnTo>
                    <a:pt x="1218976" y="384437"/>
                  </a:lnTo>
                  <a:lnTo>
                    <a:pt x="1249770" y="434688"/>
                  </a:lnTo>
                  <a:lnTo>
                    <a:pt x="1277008" y="486873"/>
                  </a:lnTo>
                  <a:lnTo>
                    <a:pt x="1300627" y="540869"/>
                  </a:lnTo>
                  <a:lnTo>
                    <a:pt x="1320458" y="596294"/>
                  </a:lnTo>
                  <a:lnTo>
                    <a:pt x="1336456" y="653017"/>
                  </a:lnTo>
                  <a:lnTo>
                    <a:pt x="1348506" y="710636"/>
                  </a:lnTo>
                  <a:lnTo>
                    <a:pt x="1356581" y="769016"/>
                  </a:lnTo>
                  <a:lnTo>
                    <a:pt x="1360623" y="827743"/>
                  </a:lnTo>
                  <a:lnTo>
                    <a:pt x="1361128" y="857211"/>
                  </a:lnTo>
                  <a:lnTo>
                    <a:pt x="503878" y="857211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102346" y="4374205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35%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36638" y="4353130"/>
            <a:ext cx="1724025" cy="1560830"/>
            <a:chOff x="1036638" y="4353130"/>
            <a:chExt cx="1724025" cy="1560830"/>
          </a:xfrm>
        </p:grpSpPr>
        <p:sp>
          <p:nvSpPr>
            <p:cNvPr id="29" name="object 29"/>
            <p:cNvSpPr/>
            <p:nvPr/>
          </p:nvSpPr>
          <p:spPr>
            <a:xfrm>
              <a:off x="1041400" y="4357892"/>
              <a:ext cx="1714500" cy="1551305"/>
            </a:xfrm>
            <a:custGeom>
              <a:avLst/>
              <a:gdLst/>
              <a:ahLst/>
              <a:cxnLst/>
              <a:rect l="l" t="t" r="r" b="b"/>
              <a:pathLst>
                <a:path w="1714500" h="1551304">
                  <a:moveTo>
                    <a:pt x="863561" y="1550756"/>
                  </a:moveTo>
                  <a:lnTo>
                    <a:pt x="822541" y="1550076"/>
                  </a:lnTo>
                  <a:lnTo>
                    <a:pt x="781603" y="1547435"/>
                  </a:lnTo>
                  <a:lnTo>
                    <a:pt x="740839" y="1542839"/>
                  </a:lnTo>
                  <a:lnTo>
                    <a:pt x="700338" y="1536297"/>
                  </a:lnTo>
                  <a:lnTo>
                    <a:pt x="660196" y="1527824"/>
                  </a:lnTo>
                  <a:lnTo>
                    <a:pt x="620509" y="1517442"/>
                  </a:lnTo>
                  <a:lnTo>
                    <a:pt x="581365" y="1505173"/>
                  </a:lnTo>
                  <a:lnTo>
                    <a:pt x="542848" y="1491044"/>
                  </a:lnTo>
                  <a:lnTo>
                    <a:pt x="505052" y="1475089"/>
                  </a:lnTo>
                  <a:lnTo>
                    <a:pt x="468066" y="1457345"/>
                  </a:lnTo>
                  <a:lnTo>
                    <a:pt x="431970" y="1437852"/>
                  </a:lnTo>
                  <a:lnTo>
                    <a:pt x="396846" y="1416652"/>
                  </a:lnTo>
                  <a:lnTo>
                    <a:pt x="362776" y="1393797"/>
                  </a:lnTo>
                  <a:lnTo>
                    <a:pt x="329842" y="1369339"/>
                  </a:lnTo>
                  <a:lnTo>
                    <a:pt x="298115" y="1343334"/>
                  </a:lnTo>
                  <a:lnTo>
                    <a:pt x="267666" y="1315839"/>
                  </a:lnTo>
                  <a:lnTo>
                    <a:pt x="238567" y="1286919"/>
                  </a:lnTo>
                  <a:lnTo>
                    <a:pt x="210888" y="1256641"/>
                  </a:lnTo>
                  <a:lnTo>
                    <a:pt x="184689" y="1225075"/>
                  </a:lnTo>
                  <a:lnTo>
                    <a:pt x="160028" y="1192288"/>
                  </a:lnTo>
                  <a:lnTo>
                    <a:pt x="136964" y="1158359"/>
                  </a:lnTo>
                  <a:lnTo>
                    <a:pt x="115551" y="1123368"/>
                  </a:lnTo>
                  <a:lnTo>
                    <a:pt x="95837" y="1087394"/>
                  </a:lnTo>
                  <a:lnTo>
                    <a:pt x="77865" y="1050514"/>
                  </a:lnTo>
                  <a:lnTo>
                    <a:pt x="61678" y="1012816"/>
                  </a:lnTo>
                  <a:lnTo>
                    <a:pt x="47314" y="974390"/>
                  </a:lnTo>
                  <a:lnTo>
                    <a:pt x="34805" y="935322"/>
                  </a:lnTo>
                  <a:lnTo>
                    <a:pt x="24178" y="895696"/>
                  </a:lnTo>
                  <a:lnTo>
                    <a:pt x="15460" y="855607"/>
                  </a:lnTo>
                  <a:lnTo>
                    <a:pt x="8670" y="815150"/>
                  </a:lnTo>
                  <a:lnTo>
                    <a:pt x="3823" y="774415"/>
                  </a:lnTo>
                  <a:lnTo>
                    <a:pt x="931" y="733491"/>
                  </a:lnTo>
                  <a:lnTo>
                    <a:pt x="0" y="692476"/>
                  </a:lnTo>
                  <a:lnTo>
                    <a:pt x="125" y="678802"/>
                  </a:lnTo>
                  <a:lnTo>
                    <a:pt x="1812" y="637811"/>
                  </a:lnTo>
                  <a:lnTo>
                    <a:pt x="5457" y="596950"/>
                  </a:lnTo>
                  <a:lnTo>
                    <a:pt x="11052" y="556311"/>
                  </a:lnTo>
                  <a:lnTo>
                    <a:pt x="18586" y="515983"/>
                  </a:lnTo>
                  <a:lnTo>
                    <a:pt x="28041" y="476062"/>
                  </a:lnTo>
                  <a:lnTo>
                    <a:pt x="39394" y="436641"/>
                  </a:lnTo>
                  <a:lnTo>
                    <a:pt x="52620" y="397809"/>
                  </a:lnTo>
                  <a:lnTo>
                    <a:pt x="67690" y="359651"/>
                  </a:lnTo>
                  <a:lnTo>
                    <a:pt x="84568" y="322258"/>
                  </a:lnTo>
                  <a:lnTo>
                    <a:pt x="103215" y="285718"/>
                  </a:lnTo>
                  <a:lnTo>
                    <a:pt x="123588" y="250112"/>
                  </a:lnTo>
                  <a:lnTo>
                    <a:pt x="145642" y="215519"/>
                  </a:lnTo>
                  <a:lnTo>
                    <a:pt x="169327" y="182020"/>
                  </a:lnTo>
                  <a:lnTo>
                    <a:pt x="194586" y="149696"/>
                  </a:lnTo>
                  <a:lnTo>
                    <a:pt x="221361" y="118617"/>
                  </a:lnTo>
                  <a:lnTo>
                    <a:pt x="249596" y="88852"/>
                  </a:lnTo>
                  <a:lnTo>
                    <a:pt x="279222" y="60472"/>
                  </a:lnTo>
                  <a:lnTo>
                    <a:pt x="310169" y="33544"/>
                  </a:lnTo>
                  <a:lnTo>
                    <a:pt x="342369" y="8127"/>
                  </a:lnTo>
                  <a:lnTo>
                    <a:pt x="353370" y="0"/>
                  </a:lnTo>
                  <a:lnTo>
                    <a:pt x="857249" y="693529"/>
                  </a:lnTo>
                  <a:lnTo>
                    <a:pt x="1714499" y="693529"/>
                  </a:lnTo>
                  <a:lnTo>
                    <a:pt x="1713517" y="734540"/>
                  </a:lnTo>
                  <a:lnTo>
                    <a:pt x="1710575" y="775460"/>
                  </a:lnTo>
                  <a:lnTo>
                    <a:pt x="1705678" y="816193"/>
                  </a:lnTo>
                  <a:lnTo>
                    <a:pt x="1698838" y="856641"/>
                  </a:lnTo>
                  <a:lnTo>
                    <a:pt x="1690071" y="896716"/>
                  </a:lnTo>
                  <a:lnTo>
                    <a:pt x="1679396" y="936329"/>
                  </a:lnTo>
                  <a:lnTo>
                    <a:pt x="1666838" y="975386"/>
                  </a:lnTo>
                  <a:lnTo>
                    <a:pt x="1652427" y="1013793"/>
                  </a:lnTo>
                  <a:lnTo>
                    <a:pt x="1636195" y="1051468"/>
                  </a:lnTo>
                  <a:lnTo>
                    <a:pt x="1618178" y="1088326"/>
                  </a:lnTo>
                  <a:lnTo>
                    <a:pt x="1598418" y="1124280"/>
                  </a:lnTo>
                  <a:lnTo>
                    <a:pt x="1576962" y="1159244"/>
                  </a:lnTo>
                  <a:lnTo>
                    <a:pt x="1553858" y="1193142"/>
                  </a:lnTo>
                  <a:lnTo>
                    <a:pt x="1529157" y="1225898"/>
                  </a:lnTo>
                  <a:lnTo>
                    <a:pt x="1502917" y="1257436"/>
                  </a:lnTo>
                  <a:lnTo>
                    <a:pt x="1475201" y="1287679"/>
                  </a:lnTo>
                  <a:lnTo>
                    <a:pt x="1446069" y="1316561"/>
                  </a:lnTo>
                  <a:lnTo>
                    <a:pt x="1415587" y="1344019"/>
                  </a:lnTo>
                  <a:lnTo>
                    <a:pt x="1383825" y="1369987"/>
                  </a:lnTo>
                  <a:lnTo>
                    <a:pt x="1350860" y="1394404"/>
                  </a:lnTo>
                  <a:lnTo>
                    <a:pt x="1316766" y="1417216"/>
                  </a:lnTo>
                  <a:lnTo>
                    <a:pt x="1281615" y="1438372"/>
                  </a:lnTo>
                  <a:lnTo>
                    <a:pt x="1245493" y="1457823"/>
                  </a:lnTo>
                  <a:lnTo>
                    <a:pt x="1208485" y="1475521"/>
                  </a:lnTo>
                  <a:lnTo>
                    <a:pt x="1170672" y="1491429"/>
                  </a:lnTo>
                  <a:lnTo>
                    <a:pt x="1132139" y="1505510"/>
                  </a:lnTo>
                  <a:lnTo>
                    <a:pt x="1092975" y="1517732"/>
                  </a:lnTo>
                  <a:lnTo>
                    <a:pt x="1053276" y="1528066"/>
                  </a:lnTo>
                  <a:lnTo>
                    <a:pt x="1013127" y="1536488"/>
                  </a:lnTo>
                  <a:lnTo>
                    <a:pt x="972618" y="1542981"/>
                  </a:lnTo>
                  <a:lnTo>
                    <a:pt x="931845" y="1547528"/>
                  </a:lnTo>
                  <a:lnTo>
                    <a:pt x="890904" y="1550118"/>
                  </a:lnTo>
                  <a:lnTo>
                    <a:pt x="877234" y="1550546"/>
                  </a:lnTo>
                  <a:lnTo>
                    <a:pt x="863561" y="1550756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1400" y="4357892"/>
              <a:ext cx="1714500" cy="1551305"/>
            </a:xfrm>
            <a:custGeom>
              <a:avLst/>
              <a:gdLst/>
              <a:ahLst/>
              <a:cxnLst/>
              <a:rect l="l" t="t" r="r" b="b"/>
              <a:pathLst>
                <a:path w="1714500" h="1551304">
                  <a:moveTo>
                    <a:pt x="857249" y="693529"/>
                  </a:moveTo>
                  <a:lnTo>
                    <a:pt x="1714499" y="693529"/>
                  </a:lnTo>
                  <a:lnTo>
                    <a:pt x="1714390" y="707207"/>
                  </a:lnTo>
                  <a:lnTo>
                    <a:pt x="1714063" y="720877"/>
                  </a:lnTo>
                  <a:lnTo>
                    <a:pt x="1711773" y="761839"/>
                  </a:lnTo>
                  <a:lnTo>
                    <a:pt x="1707527" y="802641"/>
                  </a:lnTo>
                  <a:lnTo>
                    <a:pt x="1701333" y="843193"/>
                  </a:lnTo>
                  <a:lnTo>
                    <a:pt x="1693206" y="883406"/>
                  </a:lnTo>
                  <a:lnTo>
                    <a:pt x="1683164" y="923184"/>
                  </a:lnTo>
                  <a:lnTo>
                    <a:pt x="1671232" y="962433"/>
                  </a:lnTo>
                  <a:lnTo>
                    <a:pt x="1657436" y="1001066"/>
                  </a:lnTo>
                  <a:lnTo>
                    <a:pt x="1641806" y="1038998"/>
                  </a:lnTo>
                  <a:lnTo>
                    <a:pt x="1624379" y="1076139"/>
                  </a:lnTo>
                  <a:lnTo>
                    <a:pt x="1605196" y="1112400"/>
                  </a:lnTo>
                  <a:lnTo>
                    <a:pt x="1584301" y="1147702"/>
                  </a:lnTo>
                  <a:lnTo>
                    <a:pt x="1561739" y="1181967"/>
                  </a:lnTo>
                  <a:lnTo>
                    <a:pt x="1537564" y="1215113"/>
                  </a:lnTo>
                  <a:lnTo>
                    <a:pt x="1511832" y="1247062"/>
                  </a:lnTo>
                  <a:lnTo>
                    <a:pt x="1484602" y="1277744"/>
                  </a:lnTo>
                  <a:lnTo>
                    <a:pt x="1455932" y="1307090"/>
                  </a:lnTo>
                  <a:lnTo>
                    <a:pt x="1425891" y="1335030"/>
                  </a:lnTo>
                  <a:lnTo>
                    <a:pt x="1394551" y="1361499"/>
                  </a:lnTo>
                  <a:lnTo>
                    <a:pt x="1361980" y="1386439"/>
                  </a:lnTo>
                  <a:lnTo>
                    <a:pt x="1328250" y="1409794"/>
                  </a:lnTo>
                  <a:lnTo>
                    <a:pt x="1293442" y="1431508"/>
                  </a:lnTo>
                  <a:lnTo>
                    <a:pt x="1257638" y="1451531"/>
                  </a:lnTo>
                  <a:lnTo>
                    <a:pt x="1220917" y="1469818"/>
                  </a:lnTo>
                  <a:lnTo>
                    <a:pt x="1183359" y="1486328"/>
                  </a:lnTo>
                  <a:lnTo>
                    <a:pt x="1145055" y="1501022"/>
                  </a:lnTo>
                  <a:lnTo>
                    <a:pt x="1106095" y="1513866"/>
                  </a:lnTo>
                  <a:lnTo>
                    <a:pt x="1066566" y="1524832"/>
                  </a:lnTo>
                  <a:lnTo>
                    <a:pt x="1026553" y="1533895"/>
                  </a:lnTo>
                  <a:lnTo>
                    <a:pt x="986153" y="1541032"/>
                  </a:lnTo>
                  <a:lnTo>
                    <a:pt x="945461" y="1546229"/>
                  </a:lnTo>
                  <a:lnTo>
                    <a:pt x="904567" y="1549472"/>
                  </a:lnTo>
                  <a:lnTo>
                    <a:pt x="863561" y="1550756"/>
                  </a:lnTo>
                  <a:lnTo>
                    <a:pt x="849887" y="1550748"/>
                  </a:lnTo>
                  <a:lnTo>
                    <a:pt x="808883" y="1549414"/>
                  </a:lnTo>
                  <a:lnTo>
                    <a:pt x="767989" y="1546120"/>
                  </a:lnTo>
                  <a:lnTo>
                    <a:pt x="727303" y="1540873"/>
                  </a:lnTo>
                  <a:lnTo>
                    <a:pt x="686915" y="1533686"/>
                  </a:lnTo>
                  <a:lnTo>
                    <a:pt x="646914" y="1524575"/>
                  </a:lnTo>
                  <a:lnTo>
                    <a:pt x="607394" y="1513560"/>
                  </a:lnTo>
                  <a:lnTo>
                    <a:pt x="568450" y="1500668"/>
                  </a:lnTo>
                  <a:lnTo>
                    <a:pt x="530167" y="1485928"/>
                  </a:lnTo>
                  <a:lnTo>
                    <a:pt x="492630" y="1469371"/>
                  </a:lnTo>
                  <a:lnTo>
                    <a:pt x="455929" y="1451038"/>
                  </a:lnTo>
                  <a:lnTo>
                    <a:pt x="420149" y="1430972"/>
                  </a:lnTo>
                  <a:lnTo>
                    <a:pt x="385370" y="1409217"/>
                  </a:lnTo>
                  <a:lnTo>
                    <a:pt x="351669" y="1385821"/>
                  </a:lnTo>
                  <a:lnTo>
                    <a:pt x="319126" y="1360839"/>
                  </a:lnTo>
                  <a:lnTo>
                    <a:pt x="287819" y="1334331"/>
                  </a:lnTo>
                  <a:lnTo>
                    <a:pt x="257815" y="1306356"/>
                  </a:lnTo>
                  <a:lnTo>
                    <a:pt x="229181" y="1276975"/>
                  </a:lnTo>
                  <a:lnTo>
                    <a:pt x="201986" y="1246257"/>
                  </a:lnTo>
                  <a:lnTo>
                    <a:pt x="176294" y="1214277"/>
                  </a:lnTo>
                  <a:lnTo>
                    <a:pt x="152161" y="1181104"/>
                  </a:lnTo>
                  <a:lnTo>
                    <a:pt x="129641" y="1146811"/>
                  </a:lnTo>
                  <a:lnTo>
                    <a:pt x="108787" y="1111480"/>
                  </a:lnTo>
                  <a:lnTo>
                    <a:pt x="89650" y="1075195"/>
                  </a:lnTo>
                  <a:lnTo>
                    <a:pt x="72270" y="1038036"/>
                  </a:lnTo>
                  <a:lnTo>
                    <a:pt x="56686" y="1000085"/>
                  </a:lnTo>
                  <a:lnTo>
                    <a:pt x="42936" y="961432"/>
                  </a:lnTo>
                  <a:lnTo>
                    <a:pt x="31052" y="922169"/>
                  </a:lnTo>
                  <a:lnTo>
                    <a:pt x="21060" y="882382"/>
                  </a:lnTo>
                  <a:lnTo>
                    <a:pt x="12982" y="842159"/>
                  </a:lnTo>
                  <a:lnTo>
                    <a:pt x="6838" y="801596"/>
                  </a:lnTo>
                  <a:lnTo>
                    <a:pt x="2642" y="760788"/>
                  </a:lnTo>
                  <a:lnTo>
                    <a:pt x="402" y="719827"/>
                  </a:lnTo>
                  <a:lnTo>
                    <a:pt x="0" y="692476"/>
                  </a:lnTo>
                  <a:lnTo>
                    <a:pt x="125" y="678802"/>
                  </a:lnTo>
                  <a:lnTo>
                    <a:pt x="1812" y="637811"/>
                  </a:lnTo>
                  <a:lnTo>
                    <a:pt x="5457" y="596950"/>
                  </a:lnTo>
                  <a:lnTo>
                    <a:pt x="11052" y="556311"/>
                  </a:lnTo>
                  <a:lnTo>
                    <a:pt x="18586" y="515983"/>
                  </a:lnTo>
                  <a:lnTo>
                    <a:pt x="28041" y="476062"/>
                  </a:lnTo>
                  <a:lnTo>
                    <a:pt x="39394" y="436641"/>
                  </a:lnTo>
                  <a:lnTo>
                    <a:pt x="52620" y="397809"/>
                  </a:lnTo>
                  <a:lnTo>
                    <a:pt x="67690" y="359651"/>
                  </a:lnTo>
                  <a:lnTo>
                    <a:pt x="84568" y="322258"/>
                  </a:lnTo>
                  <a:lnTo>
                    <a:pt x="103215" y="285718"/>
                  </a:lnTo>
                  <a:lnTo>
                    <a:pt x="123588" y="250112"/>
                  </a:lnTo>
                  <a:lnTo>
                    <a:pt x="145642" y="215519"/>
                  </a:lnTo>
                  <a:lnTo>
                    <a:pt x="169327" y="182020"/>
                  </a:lnTo>
                  <a:lnTo>
                    <a:pt x="194586" y="149696"/>
                  </a:lnTo>
                  <a:lnTo>
                    <a:pt x="221361" y="118617"/>
                  </a:lnTo>
                  <a:lnTo>
                    <a:pt x="249596" y="88852"/>
                  </a:lnTo>
                  <a:lnTo>
                    <a:pt x="279222" y="60472"/>
                  </a:lnTo>
                  <a:lnTo>
                    <a:pt x="310169" y="33544"/>
                  </a:lnTo>
                  <a:lnTo>
                    <a:pt x="342369" y="8127"/>
                  </a:lnTo>
                  <a:lnTo>
                    <a:pt x="353370" y="0"/>
                  </a:lnTo>
                  <a:lnTo>
                    <a:pt x="857249" y="69352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88430" y="5579266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65%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50900" y="7013578"/>
            <a:ext cx="3171825" cy="1905000"/>
            <a:chOff x="850900" y="7013578"/>
            <a:chExt cx="3171825" cy="1905000"/>
          </a:xfrm>
        </p:grpSpPr>
        <p:sp>
          <p:nvSpPr>
            <p:cNvPr id="35" name="object 35"/>
            <p:cNvSpPr/>
            <p:nvPr/>
          </p:nvSpPr>
          <p:spPr>
            <a:xfrm>
              <a:off x="850900" y="7013578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7108828"/>
              <a:ext cx="95250" cy="9524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048000" y="7043741"/>
            <a:ext cx="17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759784" y="7104076"/>
            <a:ext cx="1263015" cy="866775"/>
            <a:chOff x="1759784" y="7104076"/>
            <a:chExt cx="1263015" cy="86677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7261228"/>
              <a:ext cx="95250" cy="952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764546" y="7108838"/>
              <a:ext cx="991869" cy="857250"/>
            </a:xfrm>
            <a:custGeom>
              <a:avLst/>
              <a:gdLst/>
              <a:ahLst/>
              <a:cxnLst/>
              <a:rect l="l" t="t" r="r" b="b"/>
              <a:pathLst>
                <a:path w="991869" h="857250">
                  <a:moveTo>
                    <a:pt x="991353" y="857239"/>
                  </a:moveTo>
                  <a:lnTo>
                    <a:pt x="134103" y="857239"/>
                  </a:lnTo>
                  <a:lnTo>
                    <a:pt x="0" y="10543"/>
                  </a:lnTo>
                  <a:lnTo>
                    <a:pt x="45891" y="4540"/>
                  </a:lnTo>
                  <a:lnTo>
                    <a:pt x="92040" y="1022"/>
                  </a:lnTo>
                  <a:lnTo>
                    <a:pt x="138311" y="0"/>
                  </a:lnTo>
                  <a:lnTo>
                    <a:pt x="161450" y="425"/>
                  </a:lnTo>
                  <a:lnTo>
                    <a:pt x="207653" y="3150"/>
                  </a:lnTo>
                  <a:lnTo>
                    <a:pt x="253640" y="8364"/>
                  </a:lnTo>
                  <a:lnTo>
                    <a:pt x="299280" y="16053"/>
                  </a:lnTo>
                  <a:lnTo>
                    <a:pt x="344438" y="26194"/>
                  </a:lnTo>
                  <a:lnTo>
                    <a:pt x="388983" y="38757"/>
                  </a:lnTo>
                  <a:lnTo>
                    <a:pt x="432785" y="53705"/>
                  </a:lnTo>
                  <a:lnTo>
                    <a:pt x="475716" y="70996"/>
                  </a:lnTo>
                  <a:lnTo>
                    <a:pt x="517651" y="90579"/>
                  </a:lnTo>
                  <a:lnTo>
                    <a:pt x="558469" y="112396"/>
                  </a:lnTo>
                  <a:lnTo>
                    <a:pt x="598050" y="136385"/>
                  </a:lnTo>
                  <a:lnTo>
                    <a:pt x="636278" y="162475"/>
                  </a:lnTo>
                  <a:lnTo>
                    <a:pt x="673043" y="190590"/>
                  </a:lnTo>
                  <a:lnTo>
                    <a:pt x="708236" y="220648"/>
                  </a:lnTo>
                  <a:lnTo>
                    <a:pt x="741756" y="252561"/>
                  </a:lnTo>
                  <a:lnTo>
                    <a:pt x="773505" y="286238"/>
                  </a:lnTo>
                  <a:lnTo>
                    <a:pt x="803390" y="321578"/>
                  </a:lnTo>
                  <a:lnTo>
                    <a:pt x="831324" y="358480"/>
                  </a:lnTo>
                  <a:lnTo>
                    <a:pt x="857226" y="396836"/>
                  </a:lnTo>
                  <a:lnTo>
                    <a:pt x="881020" y="436534"/>
                  </a:lnTo>
                  <a:lnTo>
                    <a:pt x="902637" y="477458"/>
                  </a:lnTo>
                  <a:lnTo>
                    <a:pt x="922013" y="519489"/>
                  </a:lnTo>
                  <a:lnTo>
                    <a:pt x="939093" y="562505"/>
                  </a:lnTo>
                  <a:lnTo>
                    <a:pt x="953827" y="606380"/>
                  </a:lnTo>
                  <a:lnTo>
                    <a:pt x="966171" y="650986"/>
                  </a:lnTo>
                  <a:lnTo>
                    <a:pt x="976090" y="696193"/>
                  </a:lnTo>
                  <a:lnTo>
                    <a:pt x="983554" y="741870"/>
                  </a:lnTo>
                  <a:lnTo>
                    <a:pt x="988543" y="787883"/>
                  </a:lnTo>
                  <a:lnTo>
                    <a:pt x="991040" y="834098"/>
                  </a:lnTo>
                  <a:lnTo>
                    <a:pt x="991353" y="857239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64546" y="7108838"/>
              <a:ext cx="991869" cy="857250"/>
            </a:xfrm>
            <a:custGeom>
              <a:avLst/>
              <a:gdLst/>
              <a:ahLst/>
              <a:cxnLst/>
              <a:rect l="l" t="t" r="r" b="b"/>
              <a:pathLst>
                <a:path w="991869" h="857250">
                  <a:moveTo>
                    <a:pt x="134103" y="857239"/>
                  </a:moveTo>
                  <a:lnTo>
                    <a:pt x="0" y="10543"/>
                  </a:lnTo>
                  <a:lnTo>
                    <a:pt x="11442" y="8810"/>
                  </a:lnTo>
                  <a:lnTo>
                    <a:pt x="22905" y="7232"/>
                  </a:lnTo>
                  <a:lnTo>
                    <a:pt x="68941" y="2469"/>
                  </a:lnTo>
                  <a:lnTo>
                    <a:pt x="115168" y="198"/>
                  </a:lnTo>
                  <a:lnTo>
                    <a:pt x="138311" y="0"/>
                  </a:lnTo>
                  <a:lnTo>
                    <a:pt x="149883" y="134"/>
                  </a:lnTo>
                  <a:lnTo>
                    <a:pt x="196118" y="2235"/>
                  </a:lnTo>
                  <a:lnTo>
                    <a:pt x="242172" y="6828"/>
                  </a:lnTo>
                  <a:lnTo>
                    <a:pt x="287911" y="13900"/>
                  </a:lnTo>
                  <a:lnTo>
                    <a:pt x="333202" y="23430"/>
                  </a:lnTo>
                  <a:lnTo>
                    <a:pt x="377912" y="35391"/>
                  </a:lnTo>
                  <a:lnTo>
                    <a:pt x="421912" y="49747"/>
                  </a:lnTo>
                  <a:lnTo>
                    <a:pt x="465073" y="66457"/>
                  </a:lnTo>
                  <a:lnTo>
                    <a:pt x="507269" y="85472"/>
                  </a:lnTo>
                  <a:lnTo>
                    <a:pt x="548377" y="106736"/>
                  </a:lnTo>
                  <a:lnTo>
                    <a:pt x="588278" y="130188"/>
                  </a:lnTo>
                  <a:lnTo>
                    <a:pt x="626855" y="155760"/>
                  </a:lnTo>
                  <a:lnTo>
                    <a:pt x="663995" y="183376"/>
                  </a:lnTo>
                  <a:lnTo>
                    <a:pt x="699591" y="212956"/>
                  </a:lnTo>
                  <a:lnTo>
                    <a:pt x="733539" y="244415"/>
                  </a:lnTo>
                  <a:lnTo>
                    <a:pt x="765739" y="277659"/>
                  </a:lnTo>
                  <a:lnTo>
                    <a:pt x="796099" y="312593"/>
                  </a:lnTo>
                  <a:lnTo>
                    <a:pt x="824528" y="349115"/>
                  </a:lnTo>
                  <a:lnTo>
                    <a:pt x="850945" y="387118"/>
                  </a:lnTo>
                  <a:lnTo>
                    <a:pt x="875273" y="426491"/>
                  </a:lnTo>
                  <a:lnTo>
                    <a:pt x="897440" y="467120"/>
                  </a:lnTo>
                  <a:lnTo>
                    <a:pt x="917383" y="508885"/>
                  </a:lnTo>
                  <a:lnTo>
                    <a:pt x="935041" y="551667"/>
                  </a:lnTo>
                  <a:lnTo>
                    <a:pt x="950366" y="595339"/>
                  </a:lnTo>
                  <a:lnTo>
                    <a:pt x="963311" y="639774"/>
                  </a:lnTo>
                  <a:lnTo>
                    <a:pt x="973839" y="684843"/>
                  </a:lnTo>
                  <a:lnTo>
                    <a:pt x="981919" y="730415"/>
                  </a:lnTo>
                  <a:lnTo>
                    <a:pt x="987528" y="776356"/>
                  </a:lnTo>
                  <a:lnTo>
                    <a:pt x="990650" y="822534"/>
                  </a:lnTo>
                  <a:lnTo>
                    <a:pt x="991353" y="857239"/>
                  </a:lnTo>
                  <a:lnTo>
                    <a:pt x="134103" y="85723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172444" y="7405244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27.5%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36678" y="7114620"/>
            <a:ext cx="1724025" cy="1713864"/>
            <a:chOff x="1036678" y="7114620"/>
            <a:chExt cx="1724025" cy="1713864"/>
          </a:xfrm>
        </p:grpSpPr>
        <p:sp>
          <p:nvSpPr>
            <p:cNvPr id="44" name="object 44"/>
            <p:cNvSpPr/>
            <p:nvPr/>
          </p:nvSpPr>
          <p:spPr>
            <a:xfrm>
              <a:off x="1041441" y="7119383"/>
              <a:ext cx="1714500" cy="1704339"/>
            </a:xfrm>
            <a:custGeom>
              <a:avLst/>
              <a:gdLst/>
              <a:ahLst/>
              <a:cxnLst/>
              <a:rect l="l" t="t" r="r" b="b"/>
              <a:pathLst>
                <a:path w="1714500" h="1704340">
                  <a:moveTo>
                    <a:pt x="861416" y="1703936"/>
                  </a:moveTo>
                  <a:lnTo>
                    <a:pt x="820750" y="1703170"/>
                  </a:lnTo>
                  <a:lnTo>
                    <a:pt x="780165" y="1700477"/>
                  </a:lnTo>
                  <a:lnTo>
                    <a:pt x="739754" y="1695861"/>
                  </a:lnTo>
                  <a:lnTo>
                    <a:pt x="699608" y="1689335"/>
                  </a:lnTo>
                  <a:lnTo>
                    <a:pt x="659816" y="1680910"/>
                  </a:lnTo>
                  <a:lnTo>
                    <a:pt x="620468" y="1670608"/>
                  </a:lnTo>
                  <a:lnTo>
                    <a:pt x="581654" y="1658451"/>
                  </a:lnTo>
                  <a:lnTo>
                    <a:pt x="543460" y="1644468"/>
                  </a:lnTo>
                  <a:lnTo>
                    <a:pt x="505972" y="1628687"/>
                  </a:lnTo>
                  <a:lnTo>
                    <a:pt x="469275" y="1611147"/>
                  </a:lnTo>
                  <a:lnTo>
                    <a:pt x="433451" y="1591885"/>
                  </a:lnTo>
                  <a:lnTo>
                    <a:pt x="398581" y="1570947"/>
                  </a:lnTo>
                  <a:lnTo>
                    <a:pt x="364744" y="1548377"/>
                  </a:lnTo>
                  <a:lnTo>
                    <a:pt x="332015" y="1524228"/>
                  </a:lnTo>
                  <a:lnTo>
                    <a:pt x="300469" y="1498553"/>
                  </a:lnTo>
                  <a:lnTo>
                    <a:pt x="270175" y="1471412"/>
                  </a:lnTo>
                  <a:lnTo>
                    <a:pt x="241204" y="1442864"/>
                  </a:lnTo>
                  <a:lnTo>
                    <a:pt x="213619" y="1412974"/>
                  </a:lnTo>
                  <a:lnTo>
                    <a:pt x="187483" y="1381808"/>
                  </a:lnTo>
                  <a:lnTo>
                    <a:pt x="162854" y="1349439"/>
                  </a:lnTo>
                  <a:lnTo>
                    <a:pt x="139790" y="1315938"/>
                  </a:lnTo>
                  <a:lnTo>
                    <a:pt x="118339" y="1281380"/>
                  </a:lnTo>
                  <a:lnTo>
                    <a:pt x="98552" y="1245843"/>
                  </a:lnTo>
                  <a:lnTo>
                    <a:pt x="80473" y="1209409"/>
                  </a:lnTo>
                  <a:lnTo>
                    <a:pt x="64143" y="1172157"/>
                  </a:lnTo>
                  <a:lnTo>
                    <a:pt x="49598" y="1134173"/>
                  </a:lnTo>
                  <a:lnTo>
                    <a:pt x="36871" y="1095542"/>
                  </a:lnTo>
                  <a:lnTo>
                    <a:pt x="25990" y="1056351"/>
                  </a:lnTo>
                  <a:lnTo>
                    <a:pt x="16982" y="1016687"/>
                  </a:lnTo>
                  <a:lnTo>
                    <a:pt x="9864" y="976641"/>
                  </a:lnTo>
                  <a:lnTo>
                    <a:pt x="4654" y="936302"/>
                  </a:lnTo>
                  <a:lnTo>
                    <a:pt x="1363" y="895762"/>
                  </a:lnTo>
                  <a:lnTo>
                    <a:pt x="0" y="855111"/>
                  </a:lnTo>
                  <a:lnTo>
                    <a:pt x="41" y="834767"/>
                  </a:lnTo>
                  <a:lnTo>
                    <a:pt x="1571" y="794134"/>
                  </a:lnTo>
                  <a:lnTo>
                    <a:pt x="5028" y="753596"/>
                  </a:lnTo>
                  <a:lnTo>
                    <a:pt x="10402" y="713290"/>
                  </a:lnTo>
                  <a:lnTo>
                    <a:pt x="17685" y="673262"/>
                  </a:lnTo>
                  <a:lnTo>
                    <a:pt x="26854" y="633647"/>
                  </a:lnTo>
                  <a:lnTo>
                    <a:pt x="37897" y="594490"/>
                  </a:lnTo>
                  <a:lnTo>
                    <a:pt x="50779" y="555922"/>
                  </a:lnTo>
                  <a:lnTo>
                    <a:pt x="65483" y="517987"/>
                  </a:lnTo>
                  <a:lnTo>
                    <a:pt x="81961" y="480813"/>
                  </a:lnTo>
                  <a:lnTo>
                    <a:pt x="100194" y="444442"/>
                  </a:lnTo>
                  <a:lnTo>
                    <a:pt x="120121" y="408997"/>
                  </a:lnTo>
                  <a:lnTo>
                    <a:pt x="141718" y="374518"/>
                  </a:lnTo>
                  <a:lnTo>
                    <a:pt x="164913" y="341120"/>
                  </a:lnTo>
                  <a:lnTo>
                    <a:pt x="189681" y="308842"/>
                  </a:lnTo>
                  <a:lnTo>
                    <a:pt x="215937" y="277793"/>
                  </a:lnTo>
                  <a:lnTo>
                    <a:pt x="243652" y="248008"/>
                  </a:lnTo>
                  <a:lnTo>
                    <a:pt x="272732" y="219587"/>
                  </a:lnTo>
                  <a:lnTo>
                    <a:pt x="303144" y="192561"/>
                  </a:lnTo>
                  <a:lnTo>
                    <a:pt x="334787" y="167024"/>
                  </a:lnTo>
                  <a:lnTo>
                    <a:pt x="367623" y="143002"/>
                  </a:lnTo>
                  <a:lnTo>
                    <a:pt x="401543" y="120577"/>
                  </a:lnTo>
                  <a:lnTo>
                    <a:pt x="436508" y="99775"/>
                  </a:lnTo>
                  <a:lnTo>
                    <a:pt x="472400" y="80666"/>
                  </a:lnTo>
                  <a:lnTo>
                    <a:pt x="509179" y="63271"/>
                  </a:lnTo>
                  <a:lnTo>
                    <a:pt x="546721" y="47649"/>
                  </a:lnTo>
                  <a:lnTo>
                    <a:pt x="584982" y="33817"/>
                  </a:lnTo>
                  <a:lnTo>
                    <a:pt x="623835" y="21823"/>
                  </a:lnTo>
                  <a:lnTo>
                    <a:pt x="663236" y="11679"/>
                  </a:lnTo>
                  <a:lnTo>
                    <a:pt x="703050" y="3420"/>
                  </a:lnTo>
                  <a:lnTo>
                    <a:pt x="723105" y="0"/>
                  </a:lnTo>
                  <a:lnTo>
                    <a:pt x="857208" y="846695"/>
                  </a:lnTo>
                  <a:lnTo>
                    <a:pt x="1714458" y="846695"/>
                  </a:lnTo>
                  <a:lnTo>
                    <a:pt x="1713494" y="887358"/>
                  </a:lnTo>
                  <a:lnTo>
                    <a:pt x="1710601" y="927928"/>
                  </a:lnTo>
                  <a:lnTo>
                    <a:pt x="1705788" y="968316"/>
                  </a:lnTo>
                  <a:lnTo>
                    <a:pt x="1699063" y="1008430"/>
                  </a:lnTo>
                  <a:lnTo>
                    <a:pt x="1690444" y="1048180"/>
                  </a:lnTo>
                  <a:lnTo>
                    <a:pt x="1679949" y="1087476"/>
                  </a:lnTo>
                  <a:lnTo>
                    <a:pt x="1667602" y="1126231"/>
                  </a:lnTo>
                  <a:lnTo>
                    <a:pt x="1653430" y="1164356"/>
                  </a:lnTo>
                  <a:lnTo>
                    <a:pt x="1637467" y="1201766"/>
                  </a:lnTo>
                  <a:lnTo>
                    <a:pt x="1619746" y="1238376"/>
                  </a:lnTo>
                  <a:lnTo>
                    <a:pt x="1600309" y="1274105"/>
                  </a:lnTo>
                  <a:lnTo>
                    <a:pt x="1579199" y="1308872"/>
                  </a:lnTo>
                  <a:lnTo>
                    <a:pt x="1556464" y="1342598"/>
                  </a:lnTo>
                  <a:lnTo>
                    <a:pt x="1532154" y="1375208"/>
                  </a:lnTo>
                  <a:lnTo>
                    <a:pt x="1506326" y="1406628"/>
                  </a:lnTo>
                  <a:lnTo>
                    <a:pt x="1479035" y="1436787"/>
                  </a:lnTo>
                  <a:lnTo>
                    <a:pt x="1450346" y="1465619"/>
                  </a:lnTo>
                  <a:lnTo>
                    <a:pt x="1420320" y="1493056"/>
                  </a:lnTo>
                  <a:lnTo>
                    <a:pt x="1389028" y="1519039"/>
                  </a:lnTo>
                  <a:lnTo>
                    <a:pt x="1356537" y="1543508"/>
                  </a:lnTo>
                  <a:lnTo>
                    <a:pt x="1322923" y="1566409"/>
                  </a:lnTo>
                  <a:lnTo>
                    <a:pt x="1288260" y="1587689"/>
                  </a:lnTo>
                  <a:lnTo>
                    <a:pt x="1252628" y="1607301"/>
                  </a:lnTo>
                  <a:lnTo>
                    <a:pt x="1216104" y="1625201"/>
                  </a:lnTo>
                  <a:lnTo>
                    <a:pt x="1178773" y="1641349"/>
                  </a:lnTo>
                  <a:lnTo>
                    <a:pt x="1140718" y="1655707"/>
                  </a:lnTo>
                  <a:lnTo>
                    <a:pt x="1102025" y="1668245"/>
                  </a:lnTo>
                  <a:lnTo>
                    <a:pt x="1062781" y="1678932"/>
                  </a:lnTo>
                  <a:lnTo>
                    <a:pt x="1023074" y="1687747"/>
                  </a:lnTo>
                  <a:lnTo>
                    <a:pt x="982993" y="1694667"/>
                  </a:lnTo>
                  <a:lnTo>
                    <a:pt x="942629" y="1699679"/>
                  </a:lnTo>
                  <a:lnTo>
                    <a:pt x="902073" y="1702770"/>
                  </a:lnTo>
                  <a:lnTo>
                    <a:pt x="881746" y="1703594"/>
                  </a:lnTo>
                  <a:lnTo>
                    <a:pt x="861416" y="1703936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41441" y="7119383"/>
              <a:ext cx="1714500" cy="1704339"/>
            </a:xfrm>
            <a:custGeom>
              <a:avLst/>
              <a:gdLst/>
              <a:ahLst/>
              <a:cxnLst/>
              <a:rect l="l" t="t" r="r" b="b"/>
              <a:pathLst>
                <a:path w="1714500" h="1704340">
                  <a:moveTo>
                    <a:pt x="857208" y="846695"/>
                  </a:moveTo>
                  <a:lnTo>
                    <a:pt x="1714458" y="846695"/>
                  </a:lnTo>
                  <a:lnTo>
                    <a:pt x="1714217" y="867038"/>
                  </a:lnTo>
                  <a:lnTo>
                    <a:pt x="1713494" y="887358"/>
                  </a:lnTo>
                  <a:lnTo>
                    <a:pt x="1710601" y="927928"/>
                  </a:lnTo>
                  <a:lnTo>
                    <a:pt x="1705788" y="968316"/>
                  </a:lnTo>
                  <a:lnTo>
                    <a:pt x="1699063" y="1008430"/>
                  </a:lnTo>
                  <a:lnTo>
                    <a:pt x="1690444" y="1048180"/>
                  </a:lnTo>
                  <a:lnTo>
                    <a:pt x="1679949" y="1087476"/>
                  </a:lnTo>
                  <a:lnTo>
                    <a:pt x="1667602" y="1126231"/>
                  </a:lnTo>
                  <a:lnTo>
                    <a:pt x="1653430" y="1164356"/>
                  </a:lnTo>
                  <a:lnTo>
                    <a:pt x="1637467" y="1201766"/>
                  </a:lnTo>
                  <a:lnTo>
                    <a:pt x="1619746" y="1238376"/>
                  </a:lnTo>
                  <a:lnTo>
                    <a:pt x="1600309" y="1274105"/>
                  </a:lnTo>
                  <a:lnTo>
                    <a:pt x="1579199" y="1308872"/>
                  </a:lnTo>
                  <a:lnTo>
                    <a:pt x="1556464" y="1342598"/>
                  </a:lnTo>
                  <a:lnTo>
                    <a:pt x="1532154" y="1375208"/>
                  </a:lnTo>
                  <a:lnTo>
                    <a:pt x="1506326" y="1406628"/>
                  </a:lnTo>
                  <a:lnTo>
                    <a:pt x="1479035" y="1436787"/>
                  </a:lnTo>
                  <a:lnTo>
                    <a:pt x="1450346" y="1465619"/>
                  </a:lnTo>
                  <a:lnTo>
                    <a:pt x="1420320" y="1493056"/>
                  </a:lnTo>
                  <a:lnTo>
                    <a:pt x="1389028" y="1519039"/>
                  </a:lnTo>
                  <a:lnTo>
                    <a:pt x="1356537" y="1543508"/>
                  </a:lnTo>
                  <a:lnTo>
                    <a:pt x="1322923" y="1566409"/>
                  </a:lnTo>
                  <a:lnTo>
                    <a:pt x="1288260" y="1587689"/>
                  </a:lnTo>
                  <a:lnTo>
                    <a:pt x="1252628" y="1607301"/>
                  </a:lnTo>
                  <a:lnTo>
                    <a:pt x="1216104" y="1625201"/>
                  </a:lnTo>
                  <a:lnTo>
                    <a:pt x="1178773" y="1641349"/>
                  </a:lnTo>
                  <a:lnTo>
                    <a:pt x="1140718" y="1655707"/>
                  </a:lnTo>
                  <a:lnTo>
                    <a:pt x="1102025" y="1668245"/>
                  </a:lnTo>
                  <a:lnTo>
                    <a:pt x="1062781" y="1678932"/>
                  </a:lnTo>
                  <a:lnTo>
                    <a:pt x="1023074" y="1687747"/>
                  </a:lnTo>
                  <a:lnTo>
                    <a:pt x="982993" y="1694667"/>
                  </a:lnTo>
                  <a:lnTo>
                    <a:pt x="942629" y="1699679"/>
                  </a:lnTo>
                  <a:lnTo>
                    <a:pt x="902073" y="1702770"/>
                  </a:lnTo>
                  <a:lnTo>
                    <a:pt x="861416" y="1703936"/>
                  </a:lnTo>
                  <a:lnTo>
                    <a:pt x="841084" y="1703794"/>
                  </a:lnTo>
                  <a:lnTo>
                    <a:pt x="800436" y="1702064"/>
                  </a:lnTo>
                  <a:lnTo>
                    <a:pt x="759938" y="1698410"/>
                  </a:lnTo>
                  <a:lnTo>
                    <a:pt x="719637" y="1692835"/>
                  </a:lnTo>
                  <a:lnTo>
                    <a:pt x="679667" y="1685360"/>
                  </a:lnTo>
                  <a:lnTo>
                    <a:pt x="640076" y="1675991"/>
                  </a:lnTo>
                  <a:lnTo>
                    <a:pt x="600995" y="1664762"/>
                  </a:lnTo>
                  <a:lnTo>
                    <a:pt x="562469" y="1651684"/>
                  </a:lnTo>
                  <a:lnTo>
                    <a:pt x="524628" y="1636802"/>
                  </a:lnTo>
                  <a:lnTo>
                    <a:pt x="487514" y="1620132"/>
                  </a:lnTo>
                  <a:lnTo>
                    <a:pt x="451254" y="1601731"/>
                  </a:lnTo>
                  <a:lnTo>
                    <a:pt x="415887" y="1581620"/>
                  </a:lnTo>
                  <a:lnTo>
                    <a:pt x="381533" y="1559866"/>
                  </a:lnTo>
                  <a:lnTo>
                    <a:pt x="348232" y="1536493"/>
                  </a:lnTo>
                  <a:lnTo>
                    <a:pt x="316094" y="1511581"/>
                  </a:lnTo>
                  <a:lnTo>
                    <a:pt x="285157" y="1485158"/>
                  </a:lnTo>
                  <a:lnTo>
                    <a:pt x="255524" y="1457314"/>
                  </a:lnTo>
                  <a:lnTo>
                    <a:pt x="227230" y="1428078"/>
                  </a:lnTo>
                  <a:lnTo>
                    <a:pt x="200370" y="1397551"/>
                  </a:lnTo>
                  <a:lnTo>
                    <a:pt x="174973" y="1365765"/>
                  </a:lnTo>
                  <a:lnTo>
                    <a:pt x="151126" y="1332830"/>
                  </a:lnTo>
                  <a:lnTo>
                    <a:pt x="128856" y="1298781"/>
                  </a:lnTo>
                  <a:lnTo>
                    <a:pt x="108238" y="1263734"/>
                  </a:lnTo>
                  <a:lnTo>
                    <a:pt x="89294" y="1227728"/>
                  </a:lnTo>
                  <a:lnTo>
                    <a:pt x="72089" y="1190885"/>
                  </a:lnTo>
                  <a:lnTo>
                    <a:pt x="56643" y="1153246"/>
                  </a:lnTo>
                  <a:lnTo>
                    <a:pt x="43007" y="1114939"/>
                  </a:lnTo>
                  <a:lnTo>
                    <a:pt x="31197" y="1076005"/>
                  </a:lnTo>
                  <a:lnTo>
                    <a:pt x="21252" y="1036578"/>
                  </a:lnTo>
                  <a:lnTo>
                    <a:pt x="13184" y="996701"/>
                  </a:lnTo>
                  <a:lnTo>
                    <a:pt x="7020" y="956508"/>
                  </a:lnTo>
                  <a:lnTo>
                    <a:pt x="2768" y="916046"/>
                  </a:lnTo>
                  <a:lnTo>
                    <a:pt x="440" y="875451"/>
                  </a:lnTo>
                  <a:lnTo>
                    <a:pt x="0" y="855111"/>
                  </a:lnTo>
                  <a:lnTo>
                    <a:pt x="41" y="834767"/>
                  </a:lnTo>
                  <a:lnTo>
                    <a:pt x="1571" y="794134"/>
                  </a:lnTo>
                  <a:lnTo>
                    <a:pt x="5028" y="753596"/>
                  </a:lnTo>
                  <a:lnTo>
                    <a:pt x="10402" y="713290"/>
                  </a:lnTo>
                  <a:lnTo>
                    <a:pt x="17685" y="673262"/>
                  </a:lnTo>
                  <a:lnTo>
                    <a:pt x="26854" y="633647"/>
                  </a:lnTo>
                  <a:lnTo>
                    <a:pt x="37897" y="594490"/>
                  </a:lnTo>
                  <a:lnTo>
                    <a:pt x="50779" y="555922"/>
                  </a:lnTo>
                  <a:lnTo>
                    <a:pt x="65483" y="517987"/>
                  </a:lnTo>
                  <a:lnTo>
                    <a:pt x="81961" y="480813"/>
                  </a:lnTo>
                  <a:lnTo>
                    <a:pt x="100194" y="444442"/>
                  </a:lnTo>
                  <a:lnTo>
                    <a:pt x="120121" y="408997"/>
                  </a:lnTo>
                  <a:lnTo>
                    <a:pt x="141718" y="374518"/>
                  </a:lnTo>
                  <a:lnTo>
                    <a:pt x="164913" y="341120"/>
                  </a:lnTo>
                  <a:lnTo>
                    <a:pt x="189681" y="308842"/>
                  </a:lnTo>
                  <a:lnTo>
                    <a:pt x="215937" y="277793"/>
                  </a:lnTo>
                  <a:lnTo>
                    <a:pt x="243652" y="248008"/>
                  </a:lnTo>
                  <a:lnTo>
                    <a:pt x="272732" y="219587"/>
                  </a:lnTo>
                  <a:lnTo>
                    <a:pt x="303144" y="192561"/>
                  </a:lnTo>
                  <a:lnTo>
                    <a:pt x="334787" y="167024"/>
                  </a:lnTo>
                  <a:lnTo>
                    <a:pt x="367623" y="143002"/>
                  </a:lnTo>
                  <a:lnTo>
                    <a:pt x="401543" y="120577"/>
                  </a:lnTo>
                  <a:lnTo>
                    <a:pt x="436508" y="99775"/>
                  </a:lnTo>
                  <a:lnTo>
                    <a:pt x="472400" y="80666"/>
                  </a:lnTo>
                  <a:lnTo>
                    <a:pt x="509179" y="63271"/>
                  </a:lnTo>
                  <a:lnTo>
                    <a:pt x="546721" y="47649"/>
                  </a:lnTo>
                  <a:lnTo>
                    <a:pt x="584982" y="33817"/>
                  </a:lnTo>
                  <a:lnTo>
                    <a:pt x="623835" y="21823"/>
                  </a:lnTo>
                  <a:lnTo>
                    <a:pt x="663236" y="11679"/>
                  </a:lnTo>
                  <a:lnTo>
                    <a:pt x="703050" y="3420"/>
                  </a:lnTo>
                  <a:lnTo>
                    <a:pt x="723105" y="0"/>
                  </a:lnTo>
                  <a:lnTo>
                    <a:pt x="857208" y="84669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342132" y="8377539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72.5%</a:t>
            </a:r>
            <a:endParaRPr sz="750">
              <a:latin typeface="Roboto Bk"/>
              <a:cs typeface="Roboto Bk"/>
            </a:endParaRPr>
          </a:p>
        </p:txBody>
      </p:sp>
      <p:pic>
        <p:nvPicPr>
          <p:cNvPr id="47" name="object 4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6137" y="360358"/>
            <a:ext cx="6086475" cy="2676525"/>
          </a:xfrm>
          <a:custGeom>
            <a:avLst/>
            <a:gdLst/>
            <a:ahLst/>
            <a:cxnLst/>
            <a:rect l="l" t="t" r="r" b="b"/>
            <a:pathLst>
              <a:path w="6086475" h="2676525">
                <a:moveTo>
                  <a:pt x="0" y="2605087"/>
                </a:moveTo>
                <a:lnTo>
                  <a:pt x="0" y="71437"/>
                </a:lnTo>
                <a:lnTo>
                  <a:pt x="0" y="66739"/>
                </a:lnTo>
                <a:lnTo>
                  <a:pt x="457" y="62098"/>
                </a:lnTo>
                <a:lnTo>
                  <a:pt x="17606" y="24230"/>
                </a:lnTo>
                <a:lnTo>
                  <a:pt x="20923" y="20910"/>
                </a:lnTo>
                <a:lnTo>
                  <a:pt x="24240" y="17589"/>
                </a:lnTo>
                <a:lnTo>
                  <a:pt x="62101" y="456"/>
                </a:lnTo>
                <a:lnTo>
                  <a:pt x="66746" y="0"/>
                </a:lnTo>
                <a:lnTo>
                  <a:pt x="71437" y="0"/>
                </a:lnTo>
                <a:lnTo>
                  <a:pt x="6015037" y="0"/>
                </a:lnTo>
                <a:lnTo>
                  <a:pt x="6019728" y="0"/>
                </a:lnTo>
                <a:lnTo>
                  <a:pt x="6024373" y="456"/>
                </a:lnTo>
                <a:lnTo>
                  <a:pt x="6062234" y="17589"/>
                </a:lnTo>
                <a:lnTo>
                  <a:pt x="6065550" y="20910"/>
                </a:lnTo>
                <a:lnTo>
                  <a:pt x="6068867" y="24230"/>
                </a:lnTo>
                <a:lnTo>
                  <a:pt x="6071828" y="27840"/>
                </a:lnTo>
                <a:lnTo>
                  <a:pt x="6074433" y="31737"/>
                </a:lnTo>
                <a:lnTo>
                  <a:pt x="6077040" y="35634"/>
                </a:lnTo>
                <a:lnTo>
                  <a:pt x="6079241" y="39755"/>
                </a:lnTo>
                <a:lnTo>
                  <a:pt x="6081035" y="44090"/>
                </a:lnTo>
                <a:lnTo>
                  <a:pt x="6082831" y="48425"/>
                </a:lnTo>
                <a:lnTo>
                  <a:pt x="6084186" y="52889"/>
                </a:lnTo>
                <a:lnTo>
                  <a:pt x="6085101" y="57493"/>
                </a:lnTo>
                <a:lnTo>
                  <a:pt x="6086016" y="62098"/>
                </a:lnTo>
                <a:lnTo>
                  <a:pt x="6086474" y="66739"/>
                </a:lnTo>
                <a:lnTo>
                  <a:pt x="6086475" y="71437"/>
                </a:lnTo>
                <a:lnTo>
                  <a:pt x="6086475" y="2605087"/>
                </a:lnTo>
                <a:lnTo>
                  <a:pt x="6086474" y="2609775"/>
                </a:lnTo>
                <a:lnTo>
                  <a:pt x="6086016" y="2614417"/>
                </a:lnTo>
                <a:lnTo>
                  <a:pt x="6085101" y="2619012"/>
                </a:lnTo>
                <a:lnTo>
                  <a:pt x="6084186" y="2623616"/>
                </a:lnTo>
                <a:lnTo>
                  <a:pt x="6062234" y="2658907"/>
                </a:lnTo>
                <a:lnTo>
                  <a:pt x="6042374" y="2671073"/>
                </a:lnTo>
                <a:lnTo>
                  <a:pt x="6038041" y="2672869"/>
                </a:lnTo>
                <a:lnTo>
                  <a:pt x="6033574" y="2674218"/>
                </a:lnTo>
                <a:lnTo>
                  <a:pt x="6028973" y="2675139"/>
                </a:lnTo>
                <a:lnTo>
                  <a:pt x="6024373" y="2676060"/>
                </a:lnTo>
                <a:lnTo>
                  <a:pt x="6019728" y="2676515"/>
                </a:lnTo>
                <a:lnTo>
                  <a:pt x="6015037" y="2676525"/>
                </a:lnTo>
                <a:lnTo>
                  <a:pt x="71437" y="2676525"/>
                </a:lnTo>
                <a:lnTo>
                  <a:pt x="44099" y="2671073"/>
                </a:lnTo>
                <a:lnTo>
                  <a:pt x="39765" y="2669279"/>
                </a:lnTo>
                <a:lnTo>
                  <a:pt x="9433" y="2640852"/>
                </a:lnTo>
                <a:lnTo>
                  <a:pt x="1372" y="2619012"/>
                </a:lnTo>
                <a:lnTo>
                  <a:pt x="457" y="2614417"/>
                </a:lnTo>
                <a:lnTo>
                  <a:pt x="0" y="2609775"/>
                </a:lnTo>
                <a:lnTo>
                  <a:pt x="0" y="2605087"/>
                </a:lnTo>
                <a:close/>
              </a:path>
            </a:pathLst>
          </a:custGeom>
          <a:ln w="9525">
            <a:solidFill>
              <a:srgbClr val="D9DB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3437" y="395853"/>
            <a:ext cx="4874895" cy="728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30-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02024"/>
                </a:solidFill>
                <a:latin typeface="Arial MT"/>
                <a:cs typeface="Arial MT"/>
              </a:rPr>
              <a:t>Do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you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know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anyone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who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has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55" dirty="0">
                <a:solidFill>
                  <a:srgbClr val="202024"/>
                </a:solidFill>
                <a:latin typeface="Arial MT"/>
                <a:cs typeface="Arial MT"/>
              </a:rPr>
              <a:t>been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affected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0" dirty="0">
                <a:solidFill>
                  <a:srgbClr val="202024"/>
                </a:solidFill>
                <a:latin typeface="Arial MT"/>
                <a:cs typeface="Arial MT"/>
              </a:rPr>
              <a:t>scammed </a:t>
            </a:r>
            <a:r>
              <a:rPr sz="1300" spc="-50" dirty="0">
                <a:solidFill>
                  <a:srgbClr val="202024"/>
                </a:solidFill>
                <a:latin typeface="Arial MT"/>
                <a:cs typeface="Arial MT"/>
              </a:rPr>
              <a:t>by</a:t>
            </a:r>
            <a:r>
              <a:rPr sz="1300" spc="-3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202024"/>
                </a:solidFill>
                <a:latin typeface="Arial MT"/>
                <a:cs typeface="Arial MT"/>
              </a:rPr>
              <a:t>false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medical</a:t>
            </a:r>
            <a:r>
              <a:rPr sz="1300" spc="18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202024"/>
                </a:solidFill>
                <a:latin typeface="Arial MT"/>
                <a:cs typeface="Arial MT"/>
              </a:rPr>
              <a:t>information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45" dirty="0">
                <a:solidFill>
                  <a:srgbClr val="202024"/>
                </a:solidFill>
                <a:latin typeface="Arial MT"/>
                <a:cs typeface="Arial MT"/>
              </a:rPr>
              <a:t>on</a:t>
            </a:r>
            <a:r>
              <a:rPr sz="1300" spc="-65" dirty="0">
                <a:solidFill>
                  <a:srgbClr val="202024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02024"/>
                </a:solidFill>
                <a:latin typeface="Arial MT"/>
                <a:cs typeface="Arial MT"/>
              </a:rPr>
              <a:t>TikTok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solidFill>
                  <a:srgbClr val="202024"/>
                </a:solidFill>
                <a:latin typeface="Roboto"/>
                <a:cs typeface="Roboto"/>
              </a:rPr>
              <a:t>40</a:t>
            </a:r>
            <a:r>
              <a:rPr sz="900" spc="35" dirty="0">
                <a:solidFill>
                  <a:srgbClr val="202024"/>
                </a:solidFill>
                <a:latin typeface="Roboto"/>
                <a:cs typeface="Roboto"/>
              </a:rPr>
              <a:t> </a:t>
            </a:r>
            <a:r>
              <a:rPr sz="900" spc="-10" dirty="0">
                <a:solidFill>
                  <a:srgbClr val="202024"/>
                </a:solidFill>
                <a:latin typeface="Roboto"/>
                <a:cs typeface="Roboto"/>
              </a:rPr>
              <a:t>responses</a:t>
            </a:r>
            <a:endParaRPr sz="90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0900" y="1127128"/>
            <a:ext cx="3171825" cy="1905000"/>
            <a:chOff x="850900" y="1127128"/>
            <a:chExt cx="3171825" cy="1905000"/>
          </a:xfrm>
        </p:grpSpPr>
        <p:sp>
          <p:nvSpPr>
            <p:cNvPr id="10" name="object 10"/>
            <p:cNvSpPr/>
            <p:nvPr/>
          </p:nvSpPr>
          <p:spPr>
            <a:xfrm>
              <a:off x="850900" y="1127128"/>
              <a:ext cx="3171825" cy="1905000"/>
            </a:xfrm>
            <a:custGeom>
              <a:avLst/>
              <a:gdLst/>
              <a:ahLst/>
              <a:cxnLst/>
              <a:rect l="l" t="t" r="r" b="b"/>
              <a:pathLst>
                <a:path w="3171825" h="1905000">
                  <a:moveTo>
                    <a:pt x="3171825" y="1905000"/>
                  </a:moveTo>
                  <a:lnTo>
                    <a:pt x="0" y="1905000"/>
                  </a:lnTo>
                  <a:lnTo>
                    <a:pt x="0" y="0"/>
                  </a:lnTo>
                  <a:lnTo>
                    <a:pt x="3171825" y="0"/>
                  </a:lnTo>
                  <a:lnTo>
                    <a:pt x="3171825" y="190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350" y="1222378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350" y="1374778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048000" y="1157291"/>
            <a:ext cx="646430" cy="60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1805">
              <a:lnSpc>
                <a:spcPct val="1333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Yes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No</a:t>
            </a:r>
            <a:endParaRPr sz="750">
              <a:latin typeface="Roboto Bk"/>
              <a:cs typeface="Roboto Bk"/>
            </a:endParaRPr>
          </a:p>
          <a:p>
            <a:pPr marL="12700" marR="5080">
              <a:lnSpc>
                <a:spcPct val="108300"/>
              </a:lnSpc>
              <a:spcBef>
                <a:spcPts val="225"/>
              </a:spcBef>
            </a:pP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Well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10" dirty="0">
                <a:solidFill>
                  <a:srgbClr val="212121"/>
                </a:solidFill>
                <a:latin typeface="Roboto Bk"/>
                <a:cs typeface="Roboto Bk"/>
              </a:rPr>
              <a:t>I'm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dirty="0">
                <a:solidFill>
                  <a:srgbClr val="212121"/>
                </a:solidFill>
                <a:latin typeface="Roboto Bk"/>
                <a:cs typeface="Roboto Bk"/>
              </a:rPr>
              <a:t>one</a:t>
            </a:r>
            <a:r>
              <a:rPr sz="750" b="1" spc="-15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5" dirty="0">
                <a:solidFill>
                  <a:srgbClr val="212121"/>
                </a:solidFill>
                <a:latin typeface="Roboto Bk"/>
                <a:cs typeface="Roboto Bk"/>
              </a:rPr>
              <a:t>of</a:t>
            </a:r>
            <a:r>
              <a:rPr sz="750" b="1" spc="500" dirty="0">
                <a:solidFill>
                  <a:srgbClr val="212121"/>
                </a:solidFill>
                <a:latin typeface="Roboto Bk"/>
                <a:cs typeface="Roboto Bk"/>
              </a:rPr>
              <a:t> </a:t>
            </a:r>
            <a:r>
              <a:rPr sz="750" b="1" spc="-20" dirty="0">
                <a:solidFill>
                  <a:srgbClr val="212121"/>
                </a:solidFill>
                <a:latin typeface="Roboto Bk"/>
                <a:cs typeface="Roboto Bk"/>
              </a:rPr>
              <a:t>them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93887" y="1527178"/>
            <a:ext cx="1129030" cy="557530"/>
            <a:chOff x="1893887" y="1527178"/>
            <a:chExt cx="1129030" cy="55753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350" y="1527178"/>
              <a:ext cx="95250" cy="952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98650" y="1690445"/>
              <a:ext cx="857250" cy="389255"/>
            </a:xfrm>
            <a:custGeom>
              <a:avLst/>
              <a:gdLst/>
              <a:ahLst/>
              <a:cxnLst/>
              <a:rect l="l" t="t" r="r" b="b"/>
              <a:pathLst>
                <a:path w="857250" h="389255">
                  <a:moveTo>
                    <a:pt x="857250" y="389183"/>
                  </a:moveTo>
                  <a:lnTo>
                    <a:pt x="0" y="389183"/>
                  </a:lnTo>
                  <a:lnTo>
                    <a:pt x="763815" y="0"/>
                  </a:lnTo>
                  <a:lnTo>
                    <a:pt x="785448" y="45717"/>
                  </a:lnTo>
                  <a:lnTo>
                    <a:pt x="804283" y="92467"/>
                  </a:lnTo>
                  <a:lnTo>
                    <a:pt x="820322" y="140248"/>
                  </a:lnTo>
                  <a:lnTo>
                    <a:pt x="833563" y="189062"/>
                  </a:lnTo>
                  <a:lnTo>
                    <a:pt x="843926" y="238566"/>
                  </a:lnTo>
                  <a:lnTo>
                    <a:pt x="851328" y="288421"/>
                  </a:lnTo>
                  <a:lnTo>
                    <a:pt x="855769" y="338627"/>
                  </a:lnTo>
                  <a:lnTo>
                    <a:pt x="857250" y="389183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98650" y="1690445"/>
              <a:ext cx="857250" cy="389255"/>
            </a:xfrm>
            <a:custGeom>
              <a:avLst/>
              <a:gdLst/>
              <a:ahLst/>
              <a:cxnLst/>
              <a:rect l="l" t="t" r="r" b="b"/>
              <a:pathLst>
                <a:path w="857250" h="389255">
                  <a:moveTo>
                    <a:pt x="0" y="389183"/>
                  </a:moveTo>
                  <a:lnTo>
                    <a:pt x="763815" y="0"/>
                  </a:lnTo>
                  <a:lnTo>
                    <a:pt x="785448" y="45717"/>
                  </a:lnTo>
                  <a:lnTo>
                    <a:pt x="804283" y="92467"/>
                  </a:lnTo>
                  <a:lnTo>
                    <a:pt x="820322" y="140248"/>
                  </a:lnTo>
                  <a:lnTo>
                    <a:pt x="833563" y="189062"/>
                  </a:lnTo>
                  <a:lnTo>
                    <a:pt x="843926" y="238566"/>
                  </a:lnTo>
                  <a:lnTo>
                    <a:pt x="851328" y="288421"/>
                  </a:lnTo>
                  <a:lnTo>
                    <a:pt x="855769" y="338627"/>
                  </a:lnTo>
                  <a:lnTo>
                    <a:pt x="857250" y="389183"/>
                  </a:lnTo>
                  <a:lnTo>
                    <a:pt x="0" y="38918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21135" y="1852467"/>
            <a:ext cx="2279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0" dirty="0">
                <a:solidFill>
                  <a:srgbClr val="FFFFFF"/>
                </a:solidFill>
                <a:latin typeface="Roboto Bk"/>
                <a:cs typeface="Roboto Bk"/>
              </a:rPr>
              <a:t>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78594" y="1217626"/>
            <a:ext cx="1588770" cy="866775"/>
            <a:chOff x="1078594" y="1217626"/>
            <a:chExt cx="1588770" cy="866775"/>
          </a:xfrm>
        </p:grpSpPr>
        <p:sp>
          <p:nvSpPr>
            <p:cNvPr id="20" name="object 20"/>
            <p:cNvSpPr/>
            <p:nvPr/>
          </p:nvSpPr>
          <p:spPr>
            <a:xfrm>
              <a:off x="1083356" y="1222389"/>
              <a:ext cx="1579245" cy="857250"/>
            </a:xfrm>
            <a:custGeom>
              <a:avLst/>
              <a:gdLst/>
              <a:ahLst/>
              <a:cxnLst/>
              <a:rect l="l" t="t" r="r" b="b"/>
              <a:pathLst>
                <a:path w="1579245" h="857250">
                  <a:moveTo>
                    <a:pt x="815293" y="857239"/>
                  </a:moveTo>
                  <a:lnTo>
                    <a:pt x="0" y="592334"/>
                  </a:lnTo>
                  <a:lnTo>
                    <a:pt x="5014" y="577370"/>
                  </a:lnTo>
                  <a:lnTo>
                    <a:pt x="10302" y="562505"/>
                  </a:lnTo>
                  <a:lnTo>
                    <a:pt x="27798" y="518520"/>
                  </a:lnTo>
                  <a:lnTo>
                    <a:pt x="47693" y="475573"/>
                  </a:lnTo>
                  <a:lnTo>
                    <a:pt x="69928" y="433789"/>
                  </a:lnTo>
                  <a:lnTo>
                    <a:pt x="94438" y="393292"/>
                  </a:lnTo>
                  <a:lnTo>
                    <a:pt x="121147" y="354209"/>
                  </a:lnTo>
                  <a:lnTo>
                    <a:pt x="149968" y="316665"/>
                  </a:lnTo>
                  <a:lnTo>
                    <a:pt x="180817" y="280768"/>
                  </a:lnTo>
                  <a:lnTo>
                    <a:pt x="213605" y="246625"/>
                  </a:lnTo>
                  <a:lnTo>
                    <a:pt x="248227" y="214344"/>
                  </a:lnTo>
                  <a:lnTo>
                    <a:pt x="284574" y="184026"/>
                  </a:lnTo>
                  <a:lnTo>
                    <a:pt x="322539" y="155761"/>
                  </a:lnTo>
                  <a:lnTo>
                    <a:pt x="362011" y="129631"/>
                  </a:lnTo>
                  <a:lnTo>
                    <a:pt x="402865" y="105720"/>
                  </a:lnTo>
                  <a:lnTo>
                    <a:pt x="444972" y="84103"/>
                  </a:lnTo>
                  <a:lnTo>
                    <a:pt x="488207" y="64842"/>
                  </a:lnTo>
                  <a:lnTo>
                    <a:pt x="532445" y="47996"/>
                  </a:lnTo>
                  <a:lnTo>
                    <a:pt x="577545" y="33617"/>
                  </a:lnTo>
                  <a:lnTo>
                    <a:pt x="623365" y="21751"/>
                  </a:lnTo>
                  <a:lnTo>
                    <a:pt x="669770" y="12431"/>
                  </a:lnTo>
                  <a:lnTo>
                    <a:pt x="716623" y="5686"/>
                  </a:lnTo>
                  <a:lnTo>
                    <a:pt x="763778" y="1538"/>
                  </a:lnTo>
                  <a:lnTo>
                    <a:pt x="811085" y="0"/>
                  </a:lnTo>
                  <a:lnTo>
                    <a:pt x="826867" y="67"/>
                  </a:lnTo>
                  <a:lnTo>
                    <a:pt x="874159" y="2013"/>
                  </a:lnTo>
                  <a:lnTo>
                    <a:pt x="921271" y="6565"/>
                  </a:lnTo>
                  <a:lnTo>
                    <a:pt x="968065" y="13712"/>
                  </a:lnTo>
                  <a:lnTo>
                    <a:pt x="1014393" y="23431"/>
                  </a:lnTo>
                  <a:lnTo>
                    <a:pt x="1060109" y="35690"/>
                  </a:lnTo>
                  <a:lnTo>
                    <a:pt x="1105079" y="50455"/>
                  </a:lnTo>
                  <a:lnTo>
                    <a:pt x="1149171" y="67680"/>
                  </a:lnTo>
                  <a:lnTo>
                    <a:pt x="1192244" y="87314"/>
                  </a:lnTo>
                  <a:lnTo>
                    <a:pt x="1234163" y="109292"/>
                  </a:lnTo>
                  <a:lnTo>
                    <a:pt x="1274806" y="133550"/>
                  </a:lnTo>
                  <a:lnTo>
                    <a:pt x="1314051" y="160018"/>
                  </a:lnTo>
                  <a:lnTo>
                    <a:pt x="1351776" y="188612"/>
                  </a:lnTo>
                  <a:lnTo>
                    <a:pt x="1387862" y="219241"/>
                  </a:lnTo>
                  <a:lnTo>
                    <a:pt x="1422202" y="251814"/>
                  </a:lnTo>
                  <a:lnTo>
                    <a:pt x="1454695" y="286238"/>
                  </a:lnTo>
                  <a:lnTo>
                    <a:pt x="1485238" y="322402"/>
                  </a:lnTo>
                  <a:lnTo>
                    <a:pt x="1513736" y="360193"/>
                  </a:lnTo>
                  <a:lnTo>
                    <a:pt x="1540104" y="399499"/>
                  </a:lnTo>
                  <a:lnTo>
                    <a:pt x="1564266" y="440206"/>
                  </a:lnTo>
                  <a:lnTo>
                    <a:pt x="1579108" y="468056"/>
                  </a:lnTo>
                  <a:lnTo>
                    <a:pt x="815293" y="857239"/>
                  </a:lnTo>
                  <a:close/>
                </a:path>
              </a:pathLst>
            </a:custGeom>
            <a:solidFill>
              <a:srgbClr val="DB38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3356" y="1222389"/>
              <a:ext cx="1579245" cy="857250"/>
            </a:xfrm>
            <a:custGeom>
              <a:avLst/>
              <a:gdLst/>
              <a:ahLst/>
              <a:cxnLst/>
              <a:rect l="l" t="t" r="r" b="b"/>
              <a:pathLst>
                <a:path w="1579245" h="857250">
                  <a:moveTo>
                    <a:pt x="815293" y="857239"/>
                  </a:moveTo>
                  <a:lnTo>
                    <a:pt x="0" y="592334"/>
                  </a:lnTo>
                  <a:lnTo>
                    <a:pt x="5014" y="577370"/>
                  </a:lnTo>
                  <a:lnTo>
                    <a:pt x="10302" y="562505"/>
                  </a:lnTo>
                  <a:lnTo>
                    <a:pt x="27798" y="518520"/>
                  </a:lnTo>
                  <a:lnTo>
                    <a:pt x="47693" y="475573"/>
                  </a:lnTo>
                  <a:lnTo>
                    <a:pt x="69928" y="433789"/>
                  </a:lnTo>
                  <a:lnTo>
                    <a:pt x="94438" y="393292"/>
                  </a:lnTo>
                  <a:lnTo>
                    <a:pt x="121147" y="354209"/>
                  </a:lnTo>
                  <a:lnTo>
                    <a:pt x="149968" y="316665"/>
                  </a:lnTo>
                  <a:lnTo>
                    <a:pt x="180817" y="280768"/>
                  </a:lnTo>
                  <a:lnTo>
                    <a:pt x="213605" y="246625"/>
                  </a:lnTo>
                  <a:lnTo>
                    <a:pt x="248227" y="214344"/>
                  </a:lnTo>
                  <a:lnTo>
                    <a:pt x="284574" y="184026"/>
                  </a:lnTo>
                  <a:lnTo>
                    <a:pt x="322539" y="155761"/>
                  </a:lnTo>
                  <a:lnTo>
                    <a:pt x="362011" y="129631"/>
                  </a:lnTo>
                  <a:lnTo>
                    <a:pt x="402865" y="105720"/>
                  </a:lnTo>
                  <a:lnTo>
                    <a:pt x="444972" y="84103"/>
                  </a:lnTo>
                  <a:lnTo>
                    <a:pt x="488207" y="64842"/>
                  </a:lnTo>
                  <a:lnTo>
                    <a:pt x="532445" y="47996"/>
                  </a:lnTo>
                  <a:lnTo>
                    <a:pt x="577545" y="33617"/>
                  </a:lnTo>
                  <a:lnTo>
                    <a:pt x="623365" y="21751"/>
                  </a:lnTo>
                  <a:lnTo>
                    <a:pt x="669770" y="12431"/>
                  </a:lnTo>
                  <a:lnTo>
                    <a:pt x="716623" y="5686"/>
                  </a:lnTo>
                  <a:lnTo>
                    <a:pt x="763778" y="1538"/>
                  </a:lnTo>
                  <a:lnTo>
                    <a:pt x="811085" y="0"/>
                  </a:lnTo>
                  <a:lnTo>
                    <a:pt x="826867" y="67"/>
                  </a:lnTo>
                  <a:lnTo>
                    <a:pt x="874159" y="2013"/>
                  </a:lnTo>
                  <a:lnTo>
                    <a:pt x="921271" y="6565"/>
                  </a:lnTo>
                  <a:lnTo>
                    <a:pt x="968065" y="13712"/>
                  </a:lnTo>
                  <a:lnTo>
                    <a:pt x="1014393" y="23431"/>
                  </a:lnTo>
                  <a:lnTo>
                    <a:pt x="1060109" y="35690"/>
                  </a:lnTo>
                  <a:lnTo>
                    <a:pt x="1105079" y="50455"/>
                  </a:lnTo>
                  <a:lnTo>
                    <a:pt x="1149171" y="67680"/>
                  </a:lnTo>
                  <a:lnTo>
                    <a:pt x="1192244" y="87314"/>
                  </a:lnTo>
                  <a:lnTo>
                    <a:pt x="1234163" y="109292"/>
                  </a:lnTo>
                  <a:lnTo>
                    <a:pt x="1274806" y="133550"/>
                  </a:lnTo>
                  <a:lnTo>
                    <a:pt x="1314051" y="160018"/>
                  </a:lnTo>
                  <a:lnTo>
                    <a:pt x="1351776" y="188612"/>
                  </a:lnTo>
                  <a:lnTo>
                    <a:pt x="1387862" y="219241"/>
                  </a:lnTo>
                  <a:lnTo>
                    <a:pt x="1422202" y="251814"/>
                  </a:lnTo>
                  <a:lnTo>
                    <a:pt x="1454695" y="286238"/>
                  </a:lnTo>
                  <a:lnTo>
                    <a:pt x="1485238" y="322402"/>
                  </a:lnTo>
                  <a:lnTo>
                    <a:pt x="1513736" y="360193"/>
                  </a:lnTo>
                  <a:lnTo>
                    <a:pt x="1540104" y="399499"/>
                  </a:lnTo>
                  <a:lnTo>
                    <a:pt x="1564266" y="440206"/>
                  </a:lnTo>
                  <a:lnTo>
                    <a:pt x="1579108" y="468056"/>
                  </a:lnTo>
                  <a:lnTo>
                    <a:pt x="815293" y="857239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02891" y="1312816"/>
            <a:ext cx="2813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Roboto Bk"/>
                <a:cs typeface="Roboto Bk"/>
              </a:rPr>
              <a:t>37.5%</a:t>
            </a:r>
            <a:endParaRPr sz="750">
              <a:latin typeface="Roboto Bk"/>
              <a:cs typeface="Roboto B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36643" y="1809961"/>
            <a:ext cx="1724025" cy="1132205"/>
            <a:chOff x="1036643" y="1809961"/>
            <a:chExt cx="1724025" cy="1132205"/>
          </a:xfrm>
        </p:grpSpPr>
        <p:sp>
          <p:nvSpPr>
            <p:cNvPr id="24" name="object 24"/>
            <p:cNvSpPr/>
            <p:nvPr/>
          </p:nvSpPr>
          <p:spPr>
            <a:xfrm>
              <a:off x="1041441" y="1814724"/>
              <a:ext cx="1714500" cy="1122680"/>
            </a:xfrm>
            <a:custGeom>
              <a:avLst/>
              <a:gdLst/>
              <a:ahLst/>
              <a:cxnLst/>
              <a:rect l="l" t="t" r="r" b="b"/>
              <a:pathLst>
                <a:path w="1714500" h="1122680">
                  <a:moveTo>
                    <a:pt x="861416" y="1122144"/>
                  </a:moveTo>
                  <a:lnTo>
                    <a:pt x="815145" y="1121122"/>
                  </a:lnTo>
                  <a:lnTo>
                    <a:pt x="768996" y="1117603"/>
                  </a:lnTo>
                  <a:lnTo>
                    <a:pt x="723105" y="1111600"/>
                  </a:lnTo>
                  <a:lnTo>
                    <a:pt x="677604" y="1103128"/>
                  </a:lnTo>
                  <a:lnTo>
                    <a:pt x="632627" y="1092214"/>
                  </a:lnTo>
                  <a:lnTo>
                    <a:pt x="588304" y="1078887"/>
                  </a:lnTo>
                  <a:lnTo>
                    <a:pt x="544766" y="1063188"/>
                  </a:lnTo>
                  <a:lnTo>
                    <a:pt x="502138" y="1045162"/>
                  </a:lnTo>
                  <a:lnTo>
                    <a:pt x="460545" y="1024862"/>
                  </a:lnTo>
                  <a:lnTo>
                    <a:pt x="420108" y="1002346"/>
                  </a:lnTo>
                  <a:lnTo>
                    <a:pt x="380946" y="977681"/>
                  </a:lnTo>
                  <a:lnTo>
                    <a:pt x="343171" y="950938"/>
                  </a:lnTo>
                  <a:lnTo>
                    <a:pt x="306895" y="922196"/>
                  </a:lnTo>
                  <a:lnTo>
                    <a:pt x="272223" y="891538"/>
                  </a:lnTo>
                  <a:lnTo>
                    <a:pt x="239256" y="859053"/>
                  </a:lnTo>
                  <a:lnTo>
                    <a:pt x="208091" y="824836"/>
                  </a:lnTo>
                  <a:lnTo>
                    <a:pt x="178817" y="788988"/>
                  </a:lnTo>
                  <a:lnTo>
                    <a:pt x="151521" y="751611"/>
                  </a:lnTo>
                  <a:lnTo>
                    <a:pt x="126282" y="712816"/>
                  </a:lnTo>
                  <a:lnTo>
                    <a:pt x="103174" y="672715"/>
                  </a:lnTo>
                  <a:lnTo>
                    <a:pt x="82263" y="631426"/>
                  </a:lnTo>
                  <a:lnTo>
                    <a:pt x="63612" y="589068"/>
                  </a:lnTo>
                  <a:lnTo>
                    <a:pt x="47273" y="545765"/>
                  </a:lnTo>
                  <a:lnTo>
                    <a:pt x="33296" y="501644"/>
                  </a:lnTo>
                  <a:lnTo>
                    <a:pt x="21720" y="456832"/>
                  </a:lnTo>
                  <a:lnTo>
                    <a:pt x="12579" y="411461"/>
                  </a:lnTo>
                  <a:lnTo>
                    <a:pt x="5900" y="365663"/>
                  </a:lnTo>
                  <a:lnTo>
                    <a:pt x="1703" y="319571"/>
                  </a:lnTo>
                  <a:lnTo>
                    <a:pt x="0" y="273320"/>
                  </a:lnTo>
                  <a:lnTo>
                    <a:pt x="85" y="250177"/>
                  </a:lnTo>
                  <a:lnTo>
                    <a:pt x="2129" y="203940"/>
                  </a:lnTo>
                  <a:lnTo>
                    <a:pt x="6665" y="157880"/>
                  </a:lnTo>
                  <a:lnTo>
                    <a:pt x="13681" y="112132"/>
                  </a:lnTo>
                  <a:lnTo>
                    <a:pt x="23155" y="66830"/>
                  </a:lnTo>
                  <a:lnTo>
                    <a:pt x="35061" y="22105"/>
                  </a:lnTo>
                  <a:lnTo>
                    <a:pt x="41915" y="0"/>
                  </a:lnTo>
                  <a:lnTo>
                    <a:pt x="857208" y="264904"/>
                  </a:lnTo>
                  <a:lnTo>
                    <a:pt x="1714458" y="264904"/>
                  </a:lnTo>
                  <a:lnTo>
                    <a:pt x="1713209" y="311170"/>
                  </a:lnTo>
                  <a:lnTo>
                    <a:pt x="1709464" y="357301"/>
                  </a:lnTo>
                  <a:lnTo>
                    <a:pt x="1703235" y="403162"/>
                  </a:lnTo>
                  <a:lnTo>
                    <a:pt x="1694541" y="448621"/>
                  </a:lnTo>
                  <a:lnTo>
                    <a:pt x="1683405" y="493544"/>
                  </a:lnTo>
                  <a:lnTo>
                    <a:pt x="1669861" y="537800"/>
                  </a:lnTo>
                  <a:lnTo>
                    <a:pt x="1653949" y="581261"/>
                  </a:lnTo>
                  <a:lnTo>
                    <a:pt x="1635714" y="623800"/>
                  </a:lnTo>
                  <a:lnTo>
                    <a:pt x="1615209" y="665293"/>
                  </a:lnTo>
                  <a:lnTo>
                    <a:pt x="1592496" y="705619"/>
                  </a:lnTo>
                  <a:lnTo>
                    <a:pt x="1567639" y="744660"/>
                  </a:lnTo>
                  <a:lnTo>
                    <a:pt x="1540711" y="782303"/>
                  </a:lnTo>
                  <a:lnTo>
                    <a:pt x="1511791" y="818437"/>
                  </a:lnTo>
                  <a:lnTo>
                    <a:pt x="1480963" y="852958"/>
                  </a:lnTo>
                  <a:lnTo>
                    <a:pt x="1448316" y="885765"/>
                  </a:lnTo>
                  <a:lnTo>
                    <a:pt x="1413947" y="916762"/>
                  </a:lnTo>
                  <a:lnTo>
                    <a:pt x="1377955" y="945859"/>
                  </a:lnTo>
                  <a:lnTo>
                    <a:pt x="1340445" y="972971"/>
                  </a:lnTo>
                  <a:lnTo>
                    <a:pt x="1301527" y="998020"/>
                  </a:lnTo>
                  <a:lnTo>
                    <a:pt x="1261313" y="1020931"/>
                  </a:lnTo>
                  <a:lnTo>
                    <a:pt x="1219921" y="1041639"/>
                  </a:lnTo>
                  <a:lnTo>
                    <a:pt x="1177472" y="1060082"/>
                  </a:lnTo>
                  <a:lnTo>
                    <a:pt x="1134090" y="1076208"/>
                  </a:lnTo>
                  <a:lnTo>
                    <a:pt x="1089900" y="1089969"/>
                  </a:lnTo>
                  <a:lnTo>
                    <a:pt x="1045033" y="1101325"/>
                  </a:lnTo>
                  <a:lnTo>
                    <a:pt x="999617" y="1110243"/>
                  </a:lnTo>
                  <a:lnTo>
                    <a:pt x="953787" y="1116696"/>
                  </a:lnTo>
                  <a:lnTo>
                    <a:pt x="907675" y="1120667"/>
                  </a:lnTo>
                  <a:lnTo>
                    <a:pt x="884555" y="1121718"/>
                  </a:lnTo>
                  <a:lnTo>
                    <a:pt x="861416" y="1122144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41405" y="1814724"/>
              <a:ext cx="1714500" cy="1122680"/>
            </a:xfrm>
            <a:custGeom>
              <a:avLst/>
              <a:gdLst/>
              <a:ahLst/>
              <a:cxnLst/>
              <a:rect l="l" t="t" r="r" b="b"/>
              <a:pathLst>
                <a:path w="1714500" h="1122680">
                  <a:moveTo>
                    <a:pt x="857244" y="264904"/>
                  </a:moveTo>
                  <a:lnTo>
                    <a:pt x="1714494" y="264904"/>
                  </a:lnTo>
                  <a:lnTo>
                    <a:pt x="1714416" y="276477"/>
                  </a:lnTo>
                  <a:lnTo>
                    <a:pt x="1714181" y="288046"/>
                  </a:lnTo>
                  <a:lnTo>
                    <a:pt x="1711683" y="334261"/>
                  </a:lnTo>
                  <a:lnTo>
                    <a:pt x="1706695" y="380273"/>
                  </a:lnTo>
                  <a:lnTo>
                    <a:pt x="1699230" y="425950"/>
                  </a:lnTo>
                  <a:lnTo>
                    <a:pt x="1689312" y="471157"/>
                  </a:lnTo>
                  <a:lnTo>
                    <a:pt x="1676967" y="515764"/>
                  </a:lnTo>
                  <a:lnTo>
                    <a:pt x="1662234" y="559638"/>
                  </a:lnTo>
                  <a:lnTo>
                    <a:pt x="1645154" y="602654"/>
                  </a:lnTo>
                  <a:lnTo>
                    <a:pt x="1625777" y="644685"/>
                  </a:lnTo>
                  <a:lnTo>
                    <a:pt x="1604161" y="685609"/>
                  </a:lnTo>
                  <a:lnTo>
                    <a:pt x="1580367" y="725307"/>
                  </a:lnTo>
                  <a:lnTo>
                    <a:pt x="1554465" y="763663"/>
                  </a:lnTo>
                  <a:lnTo>
                    <a:pt x="1526530" y="800565"/>
                  </a:lnTo>
                  <a:lnTo>
                    <a:pt x="1496645" y="835906"/>
                  </a:lnTo>
                  <a:lnTo>
                    <a:pt x="1464897" y="869582"/>
                  </a:lnTo>
                  <a:lnTo>
                    <a:pt x="1431377" y="901496"/>
                  </a:lnTo>
                  <a:lnTo>
                    <a:pt x="1396183" y="931554"/>
                  </a:lnTo>
                  <a:lnTo>
                    <a:pt x="1359419" y="959669"/>
                  </a:lnTo>
                  <a:lnTo>
                    <a:pt x="1321190" y="985758"/>
                  </a:lnTo>
                  <a:lnTo>
                    <a:pt x="1281610" y="1009747"/>
                  </a:lnTo>
                  <a:lnTo>
                    <a:pt x="1240792" y="1031564"/>
                  </a:lnTo>
                  <a:lnTo>
                    <a:pt x="1198857" y="1051147"/>
                  </a:lnTo>
                  <a:lnTo>
                    <a:pt x="1155925" y="1068438"/>
                  </a:lnTo>
                  <a:lnTo>
                    <a:pt x="1112124" y="1083387"/>
                  </a:lnTo>
                  <a:lnTo>
                    <a:pt x="1067579" y="1095950"/>
                  </a:lnTo>
                  <a:lnTo>
                    <a:pt x="1022421" y="1106090"/>
                  </a:lnTo>
                  <a:lnTo>
                    <a:pt x="976781" y="1113779"/>
                  </a:lnTo>
                  <a:lnTo>
                    <a:pt x="930793" y="1118993"/>
                  </a:lnTo>
                  <a:lnTo>
                    <a:pt x="884591" y="1121718"/>
                  </a:lnTo>
                  <a:lnTo>
                    <a:pt x="861452" y="1122144"/>
                  </a:lnTo>
                  <a:lnTo>
                    <a:pt x="849879" y="1122122"/>
                  </a:lnTo>
                  <a:lnTo>
                    <a:pt x="803625" y="1120476"/>
                  </a:lnTo>
                  <a:lnTo>
                    <a:pt x="757528" y="1116335"/>
                  </a:lnTo>
                  <a:lnTo>
                    <a:pt x="711722" y="1109712"/>
                  </a:lnTo>
                  <a:lnTo>
                    <a:pt x="666340" y="1100627"/>
                  </a:lnTo>
                  <a:lnTo>
                    <a:pt x="621514" y="1089106"/>
                  </a:lnTo>
                  <a:lnTo>
                    <a:pt x="577376" y="1075183"/>
                  </a:lnTo>
                  <a:lnTo>
                    <a:pt x="534053" y="1058897"/>
                  </a:lnTo>
                  <a:lnTo>
                    <a:pt x="491672" y="1040298"/>
                  </a:lnTo>
                  <a:lnTo>
                    <a:pt x="450357" y="1019438"/>
                  </a:lnTo>
                  <a:lnTo>
                    <a:pt x="410228" y="996378"/>
                  </a:lnTo>
                  <a:lnTo>
                    <a:pt x="371402" y="971187"/>
                  </a:lnTo>
                  <a:lnTo>
                    <a:pt x="333992" y="943937"/>
                  </a:lnTo>
                  <a:lnTo>
                    <a:pt x="298107" y="914707"/>
                  </a:lnTo>
                  <a:lnTo>
                    <a:pt x="263852" y="883584"/>
                  </a:lnTo>
                  <a:lnTo>
                    <a:pt x="231327" y="850657"/>
                  </a:lnTo>
                  <a:lnTo>
                    <a:pt x="200627" y="816022"/>
                  </a:lnTo>
                  <a:lnTo>
                    <a:pt x="171840" y="779782"/>
                  </a:lnTo>
                  <a:lnTo>
                    <a:pt x="145051" y="742040"/>
                  </a:lnTo>
                  <a:lnTo>
                    <a:pt x="120338" y="702908"/>
                  </a:lnTo>
                  <a:lnTo>
                    <a:pt x="97773" y="662499"/>
                  </a:lnTo>
                  <a:lnTo>
                    <a:pt x="77421" y="620931"/>
                  </a:lnTo>
                  <a:lnTo>
                    <a:pt x="59343" y="578325"/>
                  </a:lnTo>
                  <a:lnTo>
                    <a:pt x="43591" y="534805"/>
                  </a:lnTo>
                  <a:lnTo>
                    <a:pt x="30210" y="490499"/>
                  </a:lnTo>
                  <a:lnTo>
                    <a:pt x="19240" y="445536"/>
                  </a:lnTo>
                  <a:lnTo>
                    <a:pt x="10713" y="400046"/>
                  </a:lnTo>
                  <a:lnTo>
                    <a:pt x="4653" y="354162"/>
                  </a:lnTo>
                  <a:lnTo>
                    <a:pt x="1078" y="308017"/>
                  </a:lnTo>
                  <a:lnTo>
                    <a:pt x="0" y="261747"/>
                  </a:lnTo>
                  <a:lnTo>
                    <a:pt x="120" y="250177"/>
                  </a:lnTo>
                  <a:lnTo>
                    <a:pt x="2164" y="203940"/>
                  </a:lnTo>
                  <a:lnTo>
                    <a:pt x="6701" y="157880"/>
                  </a:lnTo>
                  <a:lnTo>
                    <a:pt x="13716" y="112132"/>
                  </a:lnTo>
                  <a:lnTo>
                    <a:pt x="23191" y="66830"/>
                  </a:lnTo>
                  <a:lnTo>
                    <a:pt x="35097" y="22105"/>
                  </a:lnTo>
                  <a:lnTo>
                    <a:pt x="41951" y="0"/>
                  </a:lnTo>
                  <a:lnTo>
                    <a:pt x="857244" y="264904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86520" y="2692751"/>
            <a:ext cx="2025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25" dirty="0">
                <a:solidFill>
                  <a:srgbClr val="FFFFFF"/>
                </a:solidFill>
                <a:latin typeface="Roboto Bk"/>
                <a:cs typeface="Roboto Bk"/>
              </a:rPr>
              <a:t>55%</a:t>
            </a:r>
            <a:endParaRPr sz="750">
              <a:latin typeface="Roboto Bk"/>
              <a:cs typeface="Roboto B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311" y="8982456"/>
            <a:ext cx="536447" cy="536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TikTok’s Addictive Algorithm: Unraveling Its Effects on Short-Term Memory</dc:title>
  <cp:lastModifiedBy>Unknown User</cp:lastModifiedBy>
  <cp:revision>3</cp:revision>
  <dcterms:created xsi:type="dcterms:W3CDTF">2025-08-10T20:58:49Z</dcterms:created>
  <dcterms:modified xsi:type="dcterms:W3CDTF">2025-08-11T01:34:14Z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2025-08-10T00:00:00Z</vt:filetime>
  </property>
  <property fmtid="{D5CDD505-2E9C-101B-9397-08002B2CF9AE}" pid="5" name="Producer">
    <vt:lpwstr>Skia/PDF m125</vt:lpwstr>
  </property>
</Properties>
</file>